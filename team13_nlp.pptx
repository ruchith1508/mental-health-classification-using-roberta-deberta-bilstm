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58" r:id="rId5"/>
    <p:sldId id="264" r:id="rId6"/>
    <p:sldId id="263" r:id="rId7"/>
    <p:sldId id="266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8" r:id="rId17"/>
    <p:sldId id="273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C8E87-9EC4-4AD8-816A-65C18C574481}" v="90" dt="2025-11-18T18:26:39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Kancharla" userId="4dda70ccee73c4a1" providerId="LiveId" clId="{A1D8A68F-7051-483A-B354-850D318AD226}"/>
    <pc:docChg chg="undo custSel addSld delSld modSld sldOrd">
      <pc:chgData name="Lekha Kancharla" userId="4dda70ccee73c4a1" providerId="LiveId" clId="{A1D8A68F-7051-483A-B354-850D318AD226}" dt="2025-11-18T19:03:56.997" v="1984" actId="20577"/>
      <pc:docMkLst>
        <pc:docMk/>
      </pc:docMkLst>
      <pc:sldChg chg="addSp delSp modSp mod">
        <pc:chgData name="Lekha Kancharla" userId="4dda70ccee73c4a1" providerId="LiveId" clId="{A1D8A68F-7051-483A-B354-850D318AD226}" dt="2025-11-18T15:31:07.271" v="244" actId="2711"/>
        <pc:sldMkLst>
          <pc:docMk/>
          <pc:sldMk cId="233684121" sldId="257"/>
        </pc:sldMkLst>
        <pc:spChg chg="add del mod">
          <ac:chgData name="Lekha Kancharla" userId="4dda70ccee73c4a1" providerId="LiveId" clId="{A1D8A68F-7051-483A-B354-850D318AD226}" dt="2025-11-18T15:31:07.271" v="244" actId="2711"/>
          <ac:spMkLst>
            <pc:docMk/>
            <pc:sldMk cId="233684121" sldId="257"/>
            <ac:spMk id="3" creationId="{000E8DD1-3390-320E-39B1-101A92BBEBEF}"/>
          </ac:spMkLst>
        </pc:spChg>
        <pc:spChg chg="add mod">
          <ac:chgData name="Lekha Kancharla" userId="4dda70ccee73c4a1" providerId="LiveId" clId="{A1D8A68F-7051-483A-B354-850D318AD226}" dt="2025-11-18T15:30:36.421" v="238" actId="20577"/>
          <ac:spMkLst>
            <pc:docMk/>
            <pc:sldMk cId="233684121" sldId="257"/>
            <ac:spMk id="5" creationId="{E2D89F3F-BFEF-8BEA-48BA-F1472BD1BDDB}"/>
          </ac:spMkLst>
        </pc:spChg>
        <pc:spChg chg="add del mod">
          <ac:chgData name="Lekha Kancharla" userId="4dda70ccee73c4a1" providerId="LiveId" clId="{A1D8A68F-7051-483A-B354-850D318AD226}" dt="2025-11-18T15:30:37.563" v="240" actId="21"/>
          <ac:spMkLst>
            <pc:docMk/>
            <pc:sldMk cId="233684121" sldId="257"/>
            <ac:spMk id="7" creationId="{12FC3781-7876-B34E-CF17-C18486C17B9A}"/>
          </ac:spMkLst>
        </pc:spChg>
        <pc:spChg chg="add mod">
          <ac:chgData name="Lekha Kancharla" userId="4dda70ccee73c4a1" providerId="LiveId" clId="{A1D8A68F-7051-483A-B354-850D318AD226}" dt="2025-11-18T15:30:36.859" v="239"/>
          <ac:spMkLst>
            <pc:docMk/>
            <pc:sldMk cId="233684121" sldId="257"/>
            <ac:spMk id="8" creationId="{000E8DD1-3390-320E-39B1-101A92BBEBEF}"/>
          </ac:spMkLst>
        </pc:spChg>
      </pc:sldChg>
      <pc:sldChg chg="modSp mod">
        <pc:chgData name="Lekha Kancharla" userId="4dda70ccee73c4a1" providerId="LiveId" clId="{A1D8A68F-7051-483A-B354-850D318AD226}" dt="2025-11-18T18:26:45.264" v="1966" actId="27636"/>
        <pc:sldMkLst>
          <pc:docMk/>
          <pc:sldMk cId="2063646808" sldId="258"/>
        </pc:sldMkLst>
        <pc:spChg chg="mod">
          <ac:chgData name="Lekha Kancharla" userId="4dda70ccee73c4a1" providerId="LiveId" clId="{A1D8A68F-7051-483A-B354-850D318AD226}" dt="2025-11-18T16:16:46.281" v="1188" actId="20577"/>
          <ac:spMkLst>
            <pc:docMk/>
            <pc:sldMk cId="2063646808" sldId="258"/>
            <ac:spMk id="2" creationId="{F9F0F91B-6C80-FE4A-F1EC-AD88D936AC0B}"/>
          </ac:spMkLst>
        </pc:spChg>
        <pc:spChg chg="mod">
          <ac:chgData name="Lekha Kancharla" userId="4dda70ccee73c4a1" providerId="LiveId" clId="{A1D8A68F-7051-483A-B354-850D318AD226}" dt="2025-11-18T18:26:45.264" v="1966" actId="27636"/>
          <ac:spMkLst>
            <pc:docMk/>
            <pc:sldMk cId="2063646808" sldId="258"/>
            <ac:spMk id="3" creationId="{587A23DA-6BA0-8C71-5511-986D98DA6B22}"/>
          </ac:spMkLst>
        </pc:spChg>
      </pc:sldChg>
      <pc:sldChg chg="modSp mod">
        <pc:chgData name="Lekha Kancharla" userId="4dda70ccee73c4a1" providerId="LiveId" clId="{A1D8A68F-7051-483A-B354-850D318AD226}" dt="2025-11-18T18:48:51.911" v="1981" actId="1076"/>
        <pc:sldMkLst>
          <pc:docMk/>
          <pc:sldMk cId="552164178" sldId="259"/>
        </pc:sldMkLst>
        <pc:spChg chg="mod">
          <ac:chgData name="Lekha Kancharla" userId="4dda70ccee73c4a1" providerId="LiveId" clId="{A1D8A68F-7051-483A-B354-850D318AD226}" dt="2025-11-18T18:48:51.911" v="1981" actId="1076"/>
          <ac:spMkLst>
            <pc:docMk/>
            <pc:sldMk cId="552164178" sldId="259"/>
            <ac:spMk id="3" creationId="{C8E092F7-C959-FB44-13DC-251F324A90CE}"/>
          </ac:spMkLst>
        </pc:spChg>
      </pc:sldChg>
      <pc:sldChg chg="del">
        <pc:chgData name="Lekha Kancharla" userId="4dda70ccee73c4a1" providerId="LiveId" clId="{A1D8A68F-7051-483A-B354-850D318AD226}" dt="2025-11-18T06:52:45.861" v="229" actId="2696"/>
        <pc:sldMkLst>
          <pc:docMk/>
          <pc:sldMk cId="1739039753" sldId="260"/>
        </pc:sldMkLst>
      </pc:sldChg>
      <pc:sldChg chg="del">
        <pc:chgData name="Lekha Kancharla" userId="4dda70ccee73c4a1" providerId="LiveId" clId="{A1D8A68F-7051-483A-B354-850D318AD226}" dt="2025-11-18T15:56:26.925" v="782" actId="2696"/>
        <pc:sldMkLst>
          <pc:docMk/>
          <pc:sldMk cId="2608020712" sldId="261"/>
        </pc:sldMkLst>
      </pc:sldChg>
      <pc:sldChg chg="del">
        <pc:chgData name="Lekha Kancharla" userId="4dda70ccee73c4a1" providerId="LiveId" clId="{A1D8A68F-7051-483A-B354-850D318AD226}" dt="2025-11-18T15:56:23.203" v="781" actId="2696"/>
        <pc:sldMkLst>
          <pc:docMk/>
          <pc:sldMk cId="2419456385" sldId="262"/>
        </pc:sldMkLst>
      </pc:sldChg>
      <pc:sldChg chg="modSp mod">
        <pc:chgData name="Lekha Kancharla" userId="4dda70ccee73c4a1" providerId="LiveId" clId="{A1D8A68F-7051-483A-B354-850D318AD226}" dt="2025-11-18T18:28:31.997" v="1975" actId="20577"/>
        <pc:sldMkLst>
          <pc:docMk/>
          <pc:sldMk cId="3453537054" sldId="263"/>
        </pc:sldMkLst>
        <pc:spChg chg="mod">
          <ac:chgData name="Lekha Kancharla" userId="4dda70ccee73c4a1" providerId="LiveId" clId="{A1D8A68F-7051-483A-B354-850D318AD226}" dt="2025-11-18T18:28:31.997" v="1975" actId="20577"/>
          <ac:spMkLst>
            <pc:docMk/>
            <pc:sldMk cId="3453537054" sldId="263"/>
            <ac:spMk id="9" creationId="{DFEF2321-CF94-2B22-7953-C48211E8991D}"/>
          </ac:spMkLst>
        </pc:spChg>
      </pc:sldChg>
      <pc:sldChg chg="modSp mod">
        <pc:chgData name="Lekha Kancharla" userId="4dda70ccee73c4a1" providerId="LiveId" clId="{A1D8A68F-7051-483A-B354-850D318AD226}" dt="2025-11-18T18:27:07.333" v="1968" actId="20577"/>
        <pc:sldMkLst>
          <pc:docMk/>
          <pc:sldMk cId="1290833642" sldId="264"/>
        </pc:sldMkLst>
        <pc:spChg chg="mod">
          <ac:chgData name="Lekha Kancharla" userId="4dda70ccee73c4a1" providerId="LiveId" clId="{A1D8A68F-7051-483A-B354-850D318AD226}" dt="2025-11-18T18:27:07.333" v="1968" actId="20577"/>
          <ac:spMkLst>
            <pc:docMk/>
            <pc:sldMk cId="1290833642" sldId="264"/>
            <ac:spMk id="3" creationId="{977B3A1A-9665-6FDE-F979-0891179F986E}"/>
          </ac:spMkLst>
        </pc:spChg>
      </pc:sldChg>
      <pc:sldChg chg="modSp mod">
        <pc:chgData name="Lekha Kancharla" userId="4dda70ccee73c4a1" providerId="LiveId" clId="{A1D8A68F-7051-483A-B354-850D318AD226}" dt="2025-11-18T16:18:56.689" v="1265" actId="1076"/>
        <pc:sldMkLst>
          <pc:docMk/>
          <pc:sldMk cId="3892648386" sldId="265"/>
        </pc:sldMkLst>
        <pc:spChg chg="mod">
          <ac:chgData name="Lekha Kancharla" userId="4dda70ccee73c4a1" providerId="LiveId" clId="{A1D8A68F-7051-483A-B354-850D318AD226}" dt="2025-11-18T16:18:56.689" v="1265" actId="1076"/>
          <ac:spMkLst>
            <pc:docMk/>
            <pc:sldMk cId="3892648386" sldId="265"/>
            <ac:spMk id="6" creationId="{3B0C7509-1E99-92C9-A3B6-3E78E2978BCA}"/>
          </ac:spMkLst>
        </pc:spChg>
      </pc:sldChg>
      <pc:sldChg chg="modSp mod">
        <pc:chgData name="Lekha Kancharla" userId="4dda70ccee73c4a1" providerId="LiveId" clId="{A1D8A68F-7051-483A-B354-850D318AD226}" dt="2025-11-18T16:18:31.542" v="1262" actId="14100"/>
        <pc:sldMkLst>
          <pc:docMk/>
          <pc:sldMk cId="2514214933" sldId="266"/>
        </pc:sldMkLst>
        <pc:spChg chg="mod">
          <ac:chgData name="Lekha Kancharla" userId="4dda70ccee73c4a1" providerId="LiveId" clId="{A1D8A68F-7051-483A-B354-850D318AD226}" dt="2025-11-18T16:18:31.542" v="1262" actId="14100"/>
          <ac:spMkLst>
            <pc:docMk/>
            <pc:sldMk cId="2514214933" sldId="266"/>
            <ac:spMk id="3" creationId="{184D78C6-C275-48BB-A8FD-2479489B42EE}"/>
          </ac:spMkLst>
        </pc:spChg>
        <pc:picChg chg="mod">
          <ac:chgData name="Lekha Kancharla" userId="4dda70ccee73c4a1" providerId="LiveId" clId="{A1D8A68F-7051-483A-B354-850D318AD226}" dt="2025-11-18T16:18:27.406" v="1261" actId="1076"/>
          <ac:picMkLst>
            <pc:docMk/>
            <pc:sldMk cId="2514214933" sldId="266"/>
            <ac:picMk id="10" creationId="{D618C55C-E98C-1C09-6204-D75AEBAD2456}"/>
          </ac:picMkLst>
        </pc:picChg>
      </pc:sldChg>
      <pc:sldChg chg="modSp mod">
        <pc:chgData name="Lekha Kancharla" userId="4dda70ccee73c4a1" providerId="LiveId" clId="{A1D8A68F-7051-483A-B354-850D318AD226}" dt="2025-11-18T15:43:07.517" v="644" actId="14100"/>
        <pc:sldMkLst>
          <pc:docMk/>
          <pc:sldMk cId="956775651" sldId="267"/>
        </pc:sldMkLst>
        <pc:spChg chg="mod">
          <ac:chgData name="Lekha Kancharla" userId="4dda70ccee73c4a1" providerId="LiveId" clId="{A1D8A68F-7051-483A-B354-850D318AD226}" dt="2025-11-18T15:43:07.517" v="644" actId="14100"/>
          <ac:spMkLst>
            <pc:docMk/>
            <pc:sldMk cId="956775651" sldId="267"/>
            <ac:spMk id="3" creationId="{826A3A4E-4CF9-DDA8-2C52-DB5DF4EF7B20}"/>
          </ac:spMkLst>
        </pc:spChg>
      </pc:sldChg>
      <pc:sldChg chg="addSp modSp mod">
        <pc:chgData name="Lekha Kancharla" userId="4dda70ccee73c4a1" providerId="LiveId" clId="{A1D8A68F-7051-483A-B354-850D318AD226}" dt="2025-11-18T18:30:55.137" v="1979" actId="20577"/>
        <pc:sldMkLst>
          <pc:docMk/>
          <pc:sldMk cId="260347156" sldId="268"/>
        </pc:sldMkLst>
        <pc:spChg chg="add mod">
          <ac:chgData name="Lekha Kancharla" userId="4dda70ccee73c4a1" providerId="LiveId" clId="{A1D8A68F-7051-483A-B354-850D318AD226}" dt="2025-11-18T18:30:55.137" v="1979" actId="20577"/>
          <ac:spMkLst>
            <pc:docMk/>
            <pc:sldMk cId="260347156" sldId="268"/>
            <ac:spMk id="6" creationId="{005D9EE8-D7DB-CE84-FED4-F578D9EEAA11}"/>
          </ac:spMkLst>
        </pc:spChg>
        <pc:picChg chg="mod modCrop">
          <ac:chgData name="Lekha Kancharla" userId="4dda70ccee73c4a1" providerId="LiveId" clId="{A1D8A68F-7051-483A-B354-850D318AD226}" dt="2025-11-18T16:10:32.588" v="989" actId="14100"/>
          <ac:picMkLst>
            <pc:docMk/>
            <pc:sldMk cId="260347156" sldId="268"/>
            <ac:picMk id="5" creationId="{918B3A1D-1C02-8366-E25E-CDA6D6EC25CD}"/>
          </ac:picMkLst>
        </pc:picChg>
      </pc:sldChg>
      <pc:sldChg chg="addSp modSp mod">
        <pc:chgData name="Lekha Kancharla" userId="4dda70ccee73c4a1" providerId="LiveId" clId="{A1D8A68F-7051-483A-B354-850D318AD226}" dt="2025-11-18T16:14:19.694" v="1175" actId="20577"/>
        <pc:sldMkLst>
          <pc:docMk/>
          <pc:sldMk cId="2956220906" sldId="269"/>
        </pc:sldMkLst>
        <pc:spChg chg="add mod">
          <ac:chgData name="Lekha Kancharla" userId="4dda70ccee73c4a1" providerId="LiveId" clId="{A1D8A68F-7051-483A-B354-850D318AD226}" dt="2025-11-18T16:14:19.694" v="1175" actId="20577"/>
          <ac:spMkLst>
            <pc:docMk/>
            <pc:sldMk cId="2956220906" sldId="269"/>
            <ac:spMk id="6" creationId="{D64F3455-8877-7AD9-2C9E-12EEB770FEC6}"/>
          </ac:spMkLst>
        </pc:spChg>
        <pc:picChg chg="mod">
          <ac:chgData name="Lekha Kancharla" userId="4dda70ccee73c4a1" providerId="LiveId" clId="{A1D8A68F-7051-483A-B354-850D318AD226}" dt="2025-11-18T16:12:03.327" v="999" actId="1076"/>
          <ac:picMkLst>
            <pc:docMk/>
            <pc:sldMk cId="2956220906" sldId="269"/>
            <ac:picMk id="5" creationId="{441ADA9E-529D-2A98-88CD-659E2B298E9A}"/>
          </ac:picMkLst>
        </pc:picChg>
      </pc:sldChg>
      <pc:sldChg chg="addSp modSp mod ord">
        <pc:chgData name="Lekha Kancharla" userId="4dda70ccee73c4a1" providerId="LiveId" clId="{A1D8A68F-7051-483A-B354-850D318AD226}" dt="2025-11-18T16:16:22.699" v="1185"/>
        <pc:sldMkLst>
          <pc:docMk/>
          <pc:sldMk cId="2984346118" sldId="270"/>
        </pc:sldMkLst>
        <pc:spChg chg="add mod">
          <ac:chgData name="Lekha Kancharla" userId="4dda70ccee73c4a1" providerId="LiveId" clId="{A1D8A68F-7051-483A-B354-850D318AD226}" dt="2025-11-18T16:16:19.259" v="1183" actId="14100"/>
          <ac:spMkLst>
            <pc:docMk/>
            <pc:sldMk cId="2984346118" sldId="270"/>
            <ac:spMk id="5" creationId="{61F57AD9-D475-3DD5-8B40-06523627A160}"/>
          </ac:spMkLst>
        </pc:spChg>
        <pc:picChg chg="mod">
          <ac:chgData name="Lekha Kancharla" userId="4dda70ccee73c4a1" providerId="LiveId" clId="{A1D8A68F-7051-483A-B354-850D318AD226}" dt="2025-11-18T16:14:51.985" v="1176" actId="14100"/>
          <ac:picMkLst>
            <pc:docMk/>
            <pc:sldMk cId="2984346118" sldId="270"/>
            <ac:picMk id="6" creationId="{D055DAAF-2418-B0B1-BF8D-69EB54AA2FA8}"/>
          </ac:picMkLst>
        </pc:picChg>
        <pc:picChg chg="mod">
          <ac:chgData name="Lekha Kancharla" userId="4dda70ccee73c4a1" providerId="LiveId" clId="{A1D8A68F-7051-483A-B354-850D318AD226}" dt="2025-11-18T16:14:59.472" v="1178" actId="14100"/>
          <ac:picMkLst>
            <pc:docMk/>
            <pc:sldMk cId="2984346118" sldId="270"/>
            <ac:picMk id="8" creationId="{8CDEFFA3-8759-36E6-6F8F-94FB7BAC205C}"/>
          </ac:picMkLst>
        </pc:picChg>
      </pc:sldChg>
      <pc:sldChg chg="modSp mod">
        <pc:chgData name="Lekha Kancharla" userId="4dda70ccee73c4a1" providerId="LiveId" clId="{A1D8A68F-7051-483A-B354-850D318AD226}" dt="2025-11-18T17:25:22.719" v="1803" actId="20577"/>
        <pc:sldMkLst>
          <pc:docMk/>
          <pc:sldMk cId="1856903467" sldId="271"/>
        </pc:sldMkLst>
        <pc:spChg chg="mod">
          <ac:chgData name="Lekha Kancharla" userId="4dda70ccee73c4a1" providerId="LiveId" clId="{A1D8A68F-7051-483A-B354-850D318AD226}" dt="2025-11-18T17:25:22.719" v="1803" actId="20577"/>
          <ac:spMkLst>
            <pc:docMk/>
            <pc:sldMk cId="1856903467" sldId="271"/>
            <ac:spMk id="3" creationId="{5343FBDD-D8D9-AB4C-54EF-C062907A6F3B}"/>
          </ac:spMkLst>
        </pc:spChg>
      </pc:sldChg>
      <pc:sldChg chg="addSp delSp modSp mod">
        <pc:chgData name="Lekha Kancharla" userId="4dda70ccee73c4a1" providerId="LiveId" clId="{A1D8A68F-7051-483A-B354-850D318AD226}" dt="2025-11-18T18:15:02.135" v="1930" actId="20577"/>
        <pc:sldMkLst>
          <pc:docMk/>
          <pc:sldMk cId="110159411" sldId="272"/>
        </pc:sldMkLst>
        <pc:spChg chg="add">
          <ac:chgData name="Lekha Kancharla" userId="4dda70ccee73c4a1" providerId="LiveId" clId="{A1D8A68F-7051-483A-B354-850D318AD226}" dt="2025-11-18T06:32:56.457" v="46"/>
          <ac:spMkLst>
            <pc:docMk/>
            <pc:sldMk cId="110159411" sldId="272"/>
            <ac:spMk id="3" creationId="{7CCA0356-9A53-2630-EE59-846387C22DE5}"/>
          </ac:spMkLst>
        </pc:spChg>
        <pc:spChg chg="add del mod">
          <ac:chgData name="Lekha Kancharla" userId="4dda70ccee73c4a1" providerId="LiveId" clId="{A1D8A68F-7051-483A-B354-850D318AD226}" dt="2025-11-18T18:15:02.135" v="1930" actId="20577"/>
          <ac:spMkLst>
            <pc:docMk/>
            <pc:sldMk cId="110159411" sldId="272"/>
            <ac:spMk id="6" creationId="{7D1882D9-2DC9-419C-2722-0701829F3826}"/>
          </ac:spMkLst>
        </pc:spChg>
        <pc:spChg chg="add">
          <ac:chgData name="Lekha Kancharla" userId="4dda70ccee73c4a1" providerId="LiveId" clId="{A1D8A68F-7051-483A-B354-850D318AD226}" dt="2025-11-18T06:33:06.348" v="47"/>
          <ac:spMkLst>
            <pc:docMk/>
            <pc:sldMk cId="110159411" sldId="272"/>
            <ac:spMk id="7" creationId="{F89E3AF0-E304-97AE-C945-66A8171845DF}"/>
          </ac:spMkLst>
        </pc:spChg>
        <pc:spChg chg="add">
          <ac:chgData name="Lekha Kancharla" userId="4dda70ccee73c4a1" providerId="LiveId" clId="{A1D8A68F-7051-483A-B354-850D318AD226}" dt="2025-11-18T06:33:11.566" v="49"/>
          <ac:spMkLst>
            <pc:docMk/>
            <pc:sldMk cId="110159411" sldId="272"/>
            <ac:spMk id="8" creationId="{F1FFEFA8-5BDF-90CE-0EAF-2B6E1B609578}"/>
          </ac:spMkLst>
        </pc:spChg>
        <pc:spChg chg="add mod">
          <ac:chgData name="Lekha Kancharla" userId="4dda70ccee73c4a1" providerId="LiveId" clId="{A1D8A68F-7051-483A-B354-850D318AD226}" dt="2025-11-18T06:34:06.735" v="57"/>
          <ac:spMkLst>
            <pc:docMk/>
            <pc:sldMk cId="110159411" sldId="272"/>
            <ac:spMk id="10" creationId="{7D1882D9-2DC9-419C-2722-0701829F3826}"/>
          </ac:spMkLst>
        </pc:spChg>
        <pc:picChg chg="mod modCrop">
          <ac:chgData name="Lekha Kancharla" userId="4dda70ccee73c4a1" providerId="LiveId" clId="{A1D8A68F-7051-483A-B354-850D318AD226}" dt="2025-11-18T05:55:46.314" v="42" actId="1035"/>
          <ac:picMkLst>
            <pc:docMk/>
            <pc:sldMk cId="110159411" sldId="272"/>
            <ac:picMk id="5" creationId="{3B5F18F3-10E4-ED5D-8AA5-5CE366DB4A8F}"/>
          </ac:picMkLst>
        </pc:picChg>
        <pc:picChg chg="add mod">
          <ac:chgData name="Lekha Kancharla" userId="4dda70ccee73c4a1" providerId="LiveId" clId="{A1D8A68F-7051-483A-B354-850D318AD226}" dt="2025-11-18T06:35:32.374" v="62" actId="1076"/>
          <ac:picMkLst>
            <pc:docMk/>
            <pc:sldMk cId="110159411" sldId="272"/>
            <ac:picMk id="9" creationId="{12EB3380-E7FF-939B-9A84-1580A211DF8B}"/>
          </ac:picMkLst>
        </pc:picChg>
      </pc:sldChg>
      <pc:sldChg chg="addSp modSp mod ord">
        <pc:chgData name="Lekha Kancharla" userId="4dda70ccee73c4a1" providerId="LiveId" clId="{A1D8A68F-7051-483A-B354-850D318AD226}" dt="2025-11-18T17:55:33.323" v="1878" actId="2711"/>
        <pc:sldMkLst>
          <pc:docMk/>
          <pc:sldMk cId="2613490619" sldId="273"/>
        </pc:sldMkLst>
        <pc:spChg chg="add mod">
          <ac:chgData name="Lekha Kancharla" userId="4dda70ccee73c4a1" providerId="LiveId" clId="{A1D8A68F-7051-483A-B354-850D318AD226}" dt="2025-11-18T17:55:33.323" v="1878" actId="2711"/>
          <ac:spMkLst>
            <pc:docMk/>
            <pc:sldMk cId="2613490619" sldId="273"/>
            <ac:spMk id="5" creationId="{61988368-E02C-7DD9-A654-2D1FB7E9CF8E}"/>
          </ac:spMkLst>
        </pc:spChg>
        <pc:picChg chg="mod">
          <ac:chgData name="Lekha Kancharla" userId="4dda70ccee73c4a1" providerId="LiveId" clId="{A1D8A68F-7051-483A-B354-850D318AD226}" dt="2025-11-18T06:38:33.978" v="72" actId="1076"/>
          <ac:picMkLst>
            <pc:docMk/>
            <pc:sldMk cId="2613490619" sldId="273"/>
            <ac:picMk id="6" creationId="{4FEE3E36-D7E7-DAFB-250B-EE2FAC3F2AE4}"/>
          </ac:picMkLst>
        </pc:picChg>
      </pc:sldChg>
      <pc:sldChg chg="addSp delSp modSp mod modClrScheme chgLayout">
        <pc:chgData name="Lekha Kancharla" userId="4dda70ccee73c4a1" providerId="LiveId" clId="{A1D8A68F-7051-483A-B354-850D318AD226}" dt="2025-11-18T17:51:02.334" v="1808" actId="2711"/>
        <pc:sldMkLst>
          <pc:docMk/>
          <pc:sldMk cId="2611599056" sldId="274"/>
        </pc:sldMkLst>
        <pc:spChg chg="mod ord">
          <ac:chgData name="Lekha Kancharla" userId="4dda70ccee73c4a1" providerId="LiveId" clId="{A1D8A68F-7051-483A-B354-850D318AD226}" dt="2025-11-18T17:02:45.553" v="1685" actId="2711"/>
          <ac:spMkLst>
            <pc:docMk/>
            <pc:sldMk cId="2611599056" sldId="274"/>
            <ac:spMk id="2" creationId="{A73FD915-17F8-C6D4-D262-94E723CC2B0C}"/>
          </ac:spMkLst>
        </pc:spChg>
        <pc:spChg chg="mod ord">
          <ac:chgData name="Lekha Kancharla" userId="4dda70ccee73c4a1" providerId="LiveId" clId="{A1D8A68F-7051-483A-B354-850D318AD226}" dt="2025-11-18T06:42:51.070" v="97" actId="26606"/>
          <ac:spMkLst>
            <pc:docMk/>
            <pc:sldMk cId="2611599056" sldId="274"/>
            <ac:spMk id="4" creationId="{D07F862C-8830-8095-0896-E22691C492B8}"/>
          </ac:spMkLst>
        </pc:spChg>
        <pc:spChg chg="add mod">
          <ac:chgData name="Lekha Kancharla" userId="4dda70ccee73c4a1" providerId="LiveId" clId="{A1D8A68F-7051-483A-B354-850D318AD226}" dt="2025-11-18T17:51:02.334" v="1808" actId="2711"/>
          <ac:spMkLst>
            <pc:docMk/>
            <pc:sldMk cId="2611599056" sldId="274"/>
            <ac:spMk id="5" creationId="{6D8A4472-F9B6-93F1-BD5D-E81C3A3ACCA0}"/>
          </ac:spMkLst>
        </pc:spChg>
        <pc:spChg chg="add del mod">
          <ac:chgData name="Lekha Kancharla" userId="4dda70ccee73c4a1" providerId="LiveId" clId="{A1D8A68F-7051-483A-B354-850D318AD226}" dt="2025-11-18T06:43:10.067" v="100"/>
          <ac:spMkLst>
            <pc:docMk/>
            <pc:sldMk cId="2611599056" sldId="274"/>
            <ac:spMk id="13" creationId="{5DB4D754-7C57-98D7-F0BC-B01506450725}"/>
          </ac:spMkLst>
        </pc:spChg>
        <pc:picChg chg="add del mod">
          <ac:chgData name="Lekha Kancharla" userId="4dda70ccee73c4a1" providerId="LiveId" clId="{A1D8A68F-7051-483A-B354-850D318AD226}" dt="2025-11-18T06:42:22.947" v="95" actId="21"/>
          <ac:picMkLst>
            <pc:docMk/>
            <pc:sldMk cId="2611599056" sldId="274"/>
            <ac:picMk id="3" creationId="{08B52C05-371A-F1DB-DC38-D59B9C20281A}"/>
          </ac:picMkLst>
        </pc:picChg>
        <pc:picChg chg="mod">
          <ac:chgData name="Lekha Kancharla" userId="4dda70ccee73c4a1" providerId="LiveId" clId="{A1D8A68F-7051-483A-B354-850D318AD226}" dt="2025-11-18T17:01:31.939" v="1636" actId="1076"/>
          <ac:picMkLst>
            <pc:docMk/>
            <pc:sldMk cId="2611599056" sldId="274"/>
            <ac:picMk id="8" creationId="{7ECC3112-3EDF-B63E-8B1E-2F6FEED5825C}"/>
          </ac:picMkLst>
        </pc:picChg>
        <pc:picChg chg="del mod">
          <ac:chgData name="Lekha Kancharla" userId="4dda70ccee73c4a1" providerId="LiveId" clId="{A1D8A68F-7051-483A-B354-850D318AD226}" dt="2025-11-18T06:41:40.054" v="90" actId="478"/>
          <ac:picMkLst>
            <pc:docMk/>
            <pc:sldMk cId="2611599056" sldId="274"/>
            <ac:picMk id="10" creationId="{1B3DFF42-EC11-C0C1-653C-AD72FE4CC7C7}"/>
          </ac:picMkLst>
        </pc:picChg>
      </pc:sldChg>
      <pc:sldChg chg="addSp modSp mod">
        <pc:chgData name="Lekha Kancharla" userId="4dda70ccee73c4a1" providerId="LiveId" clId="{A1D8A68F-7051-483A-B354-850D318AD226}" dt="2025-11-18T18:11:09.738" v="1921" actId="1076"/>
        <pc:sldMkLst>
          <pc:docMk/>
          <pc:sldMk cId="71757539" sldId="275"/>
        </pc:sldMkLst>
        <pc:spChg chg="add mod">
          <ac:chgData name="Lekha Kancharla" userId="4dda70ccee73c4a1" providerId="LiveId" clId="{A1D8A68F-7051-483A-B354-850D318AD226}" dt="2025-11-18T18:11:09.738" v="1921" actId="1076"/>
          <ac:spMkLst>
            <pc:docMk/>
            <pc:sldMk cId="71757539" sldId="275"/>
            <ac:spMk id="6" creationId="{DB5E4625-E973-3306-EC80-727964A3530E}"/>
          </ac:spMkLst>
        </pc:spChg>
        <pc:spChg chg="mod">
          <ac:chgData name="Lekha Kancharla" userId="4dda70ccee73c4a1" providerId="LiveId" clId="{A1D8A68F-7051-483A-B354-850D318AD226}" dt="2025-11-18T05:56:22.815" v="44" actId="5793"/>
          <ac:spMkLst>
            <pc:docMk/>
            <pc:sldMk cId="71757539" sldId="275"/>
            <ac:spMk id="7" creationId="{3804CCDF-B6B0-ED0C-3AED-7DDDCF594251}"/>
          </ac:spMkLst>
        </pc:spChg>
        <pc:graphicFrameChg chg="mod modGraphic">
          <ac:chgData name="Lekha Kancharla" userId="4dda70ccee73c4a1" providerId="LiveId" clId="{A1D8A68F-7051-483A-B354-850D318AD226}" dt="2025-11-18T18:10:08.883" v="1899" actId="14100"/>
          <ac:graphicFrameMkLst>
            <pc:docMk/>
            <pc:sldMk cId="71757539" sldId="275"/>
            <ac:graphicFrameMk id="5" creationId="{E7C239CF-2280-3176-14E7-80917EDA4283}"/>
          </ac:graphicFrameMkLst>
        </pc:graphicFrameChg>
      </pc:sldChg>
      <pc:sldChg chg="del">
        <pc:chgData name="Lekha Kancharla" userId="4dda70ccee73c4a1" providerId="LiveId" clId="{A1D8A68F-7051-483A-B354-850D318AD226}" dt="2025-11-18T15:56:15.047" v="780" actId="2696"/>
        <pc:sldMkLst>
          <pc:docMk/>
          <pc:sldMk cId="1745243991" sldId="276"/>
        </pc:sldMkLst>
      </pc:sldChg>
      <pc:sldChg chg="modSp mod">
        <pc:chgData name="Lekha Kancharla" userId="4dda70ccee73c4a1" providerId="LiveId" clId="{A1D8A68F-7051-483A-B354-850D318AD226}" dt="2025-11-18T19:03:56.997" v="1984" actId="20577"/>
        <pc:sldMkLst>
          <pc:docMk/>
          <pc:sldMk cId="291742914" sldId="277"/>
        </pc:sldMkLst>
        <pc:spChg chg="mod">
          <ac:chgData name="Lekha Kancharla" userId="4dda70ccee73c4a1" providerId="LiveId" clId="{A1D8A68F-7051-483A-B354-850D318AD226}" dt="2025-11-18T19:03:56.997" v="1984" actId="20577"/>
          <ac:spMkLst>
            <pc:docMk/>
            <pc:sldMk cId="291742914" sldId="277"/>
            <ac:spMk id="3" creationId="{4270AAB7-F23E-F603-9F9E-1BC7E8C655F8}"/>
          </ac:spMkLst>
        </pc:spChg>
      </pc:sldChg>
      <pc:sldChg chg="addSp delSp modSp new mod">
        <pc:chgData name="Lekha Kancharla" userId="4dda70ccee73c4a1" providerId="LiveId" clId="{A1D8A68F-7051-483A-B354-850D318AD226}" dt="2025-11-18T18:17:15.076" v="1932" actId="14100"/>
        <pc:sldMkLst>
          <pc:docMk/>
          <pc:sldMk cId="1386699683" sldId="278"/>
        </pc:sldMkLst>
        <pc:spChg chg="del">
          <ac:chgData name="Lekha Kancharla" userId="4dda70ccee73c4a1" providerId="LiveId" clId="{A1D8A68F-7051-483A-B354-850D318AD226}" dt="2025-11-18T06:41:13.959" v="85" actId="21"/>
          <ac:spMkLst>
            <pc:docMk/>
            <pc:sldMk cId="1386699683" sldId="278"/>
            <ac:spMk id="2" creationId="{59EF8550-7431-35EB-FA8B-E5B56E37B44B}"/>
          </ac:spMkLst>
        </pc:spChg>
        <pc:spChg chg="del">
          <ac:chgData name="Lekha Kancharla" userId="4dda70ccee73c4a1" providerId="LiveId" clId="{A1D8A68F-7051-483A-B354-850D318AD226}" dt="2025-11-18T06:41:08.502" v="84" actId="21"/>
          <ac:spMkLst>
            <pc:docMk/>
            <pc:sldMk cId="1386699683" sldId="278"/>
            <ac:spMk id="3" creationId="{18C1FB98-49A3-9066-9053-97C6ACB99D99}"/>
          </ac:spMkLst>
        </pc:spChg>
        <pc:spChg chg="add mod">
          <ac:chgData name="Lekha Kancharla" userId="4dda70ccee73c4a1" providerId="LiveId" clId="{A1D8A68F-7051-483A-B354-850D318AD226}" dt="2025-11-18T17:05:34.032" v="1712" actId="20577"/>
          <ac:spMkLst>
            <pc:docMk/>
            <pc:sldMk cId="1386699683" sldId="278"/>
            <ac:spMk id="3" creationId="{DBD6067B-6B07-37C6-31B3-C0381D460488}"/>
          </ac:spMkLst>
        </pc:spChg>
        <pc:spChg chg="add del mod">
          <ac:chgData name="Lekha Kancharla" userId="4dda70ccee73c4a1" providerId="LiveId" clId="{A1D8A68F-7051-483A-B354-850D318AD226}" dt="2025-11-18T06:46:29.680" v="149" actId="21"/>
          <ac:spMkLst>
            <pc:docMk/>
            <pc:sldMk cId="1386699683" sldId="278"/>
            <ac:spMk id="5" creationId="{3BEA474A-E6A2-8952-2516-F4AFEA21C855}"/>
          </ac:spMkLst>
        </pc:spChg>
        <pc:spChg chg="add del mod">
          <ac:chgData name="Lekha Kancharla" userId="4dda70ccee73c4a1" providerId="LiveId" clId="{A1D8A68F-7051-483A-B354-850D318AD226}" dt="2025-11-18T06:50:32.109" v="210" actId="21"/>
          <ac:spMkLst>
            <pc:docMk/>
            <pc:sldMk cId="1386699683" sldId="278"/>
            <ac:spMk id="7" creationId="{53885C21-45D1-6C53-4B37-43E175303545}"/>
          </ac:spMkLst>
        </pc:spChg>
        <pc:spChg chg="add">
          <ac:chgData name="Lekha Kancharla" userId="4dda70ccee73c4a1" providerId="LiveId" clId="{A1D8A68F-7051-483A-B354-850D318AD226}" dt="2025-11-18T06:49:13.644" v="198"/>
          <ac:spMkLst>
            <pc:docMk/>
            <pc:sldMk cId="1386699683" sldId="278"/>
            <ac:spMk id="8" creationId="{6CD82133-6769-620E-9633-736547A56CAF}"/>
          </ac:spMkLst>
        </pc:spChg>
        <pc:spChg chg="add del mod">
          <ac:chgData name="Lekha Kancharla" userId="4dda70ccee73c4a1" providerId="LiveId" clId="{A1D8A68F-7051-483A-B354-850D318AD226}" dt="2025-11-18T06:50:27.566" v="209" actId="21"/>
          <ac:spMkLst>
            <pc:docMk/>
            <pc:sldMk cId="1386699683" sldId="278"/>
            <ac:spMk id="10" creationId="{200C0095-5FEC-42F3-D613-56AD01F5FE36}"/>
          </ac:spMkLst>
        </pc:spChg>
        <pc:spChg chg="add mod">
          <ac:chgData name="Lekha Kancharla" userId="4dda70ccee73c4a1" providerId="LiveId" clId="{A1D8A68F-7051-483A-B354-850D318AD226}" dt="2025-11-18T06:50:26.487" v="206"/>
          <ac:spMkLst>
            <pc:docMk/>
            <pc:sldMk cId="1386699683" sldId="278"/>
            <ac:spMk id="11" creationId="{9BD9B006-76FF-20D9-D834-68B7716182AE}"/>
          </ac:spMkLst>
        </pc:spChg>
        <pc:spChg chg="add del mod">
          <ac:chgData name="Lekha Kancharla" userId="4dda70ccee73c4a1" providerId="LiveId" clId="{A1D8A68F-7051-483A-B354-850D318AD226}" dt="2025-11-18T06:50:40.291" v="211" actId="21"/>
          <ac:spMkLst>
            <pc:docMk/>
            <pc:sldMk cId="1386699683" sldId="278"/>
            <ac:spMk id="13" creationId="{A0925C62-68B5-F219-2ED3-B90CF92CB924}"/>
          </ac:spMkLst>
        </pc:spChg>
        <pc:spChg chg="add del mod">
          <ac:chgData name="Lekha Kancharla" userId="4dda70ccee73c4a1" providerId="LiveId" clId="{A1D8A68F-7051-483A-B354-850D318AD226}" dt="2025-11-18T06:51:06.213" v="219"/>
          <ac:spMkLst>
            <pc:docMk/>
            <pc:sldMk cId="1386699683" sldId="278"/>
            <ac:spMk id="14" creationId="{6F108537-16FB-1273-A1DD-242859FE5192}"/>
          </ac:spMkLst>
        </pc:spChg>
        <pc:spChg chg="add mod">
          <ac:chgData name="Lekha Kancharla" userId="4dda70ccee73c4a1" providerId="LiveId" clId="{A1D8A68F-7051-483A-B354-850D318AD226}" dt="2025-11-18T17:53:26.566" v="1820" actId="33524"/>
          <ac:spMkLst>
            <pc:docMk/>
            <pc:sldMk cId="1386699683" sldId="278"/>
            <ac:spMk id="15" creationId="{74088873-8B1A-54A5-4367-547571500D33}"/>
          </ac:spMkLst>
        </pc:spChg>
        <pc:picChg chg="add mod">
          <ac:chgData name="Lekha Kancharla" userId="4dda70ccee73c4a1" providerId="LiveId" clId="{A1D8A68F-7051-483A-B354-850D318AD226}" dt="2025-11-18T18:17:15.076" v="1932" actId="14100"/>
          <ac:picMkLst>
            <pc:docMk/>
            <pc:sldMk cId="1386699683" sldId="278"/>
            <ac:picMk id="6" creationId="{A7350C7D-9DF7-C922-BA9D-09CB1AE0CE1C}"/>
          </ac:picMkLst>
        </pc:picChg>
      </pc:sldChg>
      <pc:sldChg chg="addSp delSp modSp new mod">
        <pc:chgData name="Lekha Kancharla" userId="4dda70ccee73c4a1" providerId="LiveId" clId="{A1D8A68F-7051-483A-B354-850D318AD226}" dt="2025-11-18T18:21:58.843" v="1946" actId="20577"/>
        <pc:sldMkLst>
          <pc:docMk/>
          <pc:sldMk cId="1319670675" sldId="279"/>
        </pc:sldMkLst>
        <pc:spChg chg="mod">
          <ac:chgData name="Lekha Kancharla" userId="4dda70ccee73c4a1" providerId="LiveId" clId="{A1D8A68F-7051-483A-B354-850D318AD226}" dt="2025-11-18T16:19:38.017" v="1286" actId="20577"/>
          <ac:spMkLst>
            <pc:docMk/>
            <pc:sldMk cId="1319670675" sldId="279"/>
            <ac:spMk id="2" creationId="{63DBBFE8-F023-ADC7-523C-357579466B0D}"/>
          </ac:spMkLst>
        </pc:spChg>
        <pc:spChg chg="del">
          <ac:chgData name="Lekha Kancharla" userId="4dda70ccee73c4a1" providerId="LiveId" clId="{A1D8A68F-7051-483A-B354-850D318AD226}" dt="2025-11-18T16:01:43.186" v="855"/>
          <ac:spMkLst>
            <pc:docMk/>
            <pc:sldMk cId="1319670675" sldId="279"/>
            <ac:spMk id="3" creationId="{A0085DB9-8219-CB11-FE5D-4ED19FC1395B}"/>
          </ac:spMkLst>
        </pc:spChg>
        <pc:spChg chg="add mod">
          <ac:chgData name="Lekha Kancharla" userId="4dda70ccee73c4a1" providerId="LiveId" clId="{A1D8A68F-7051-483A-B354-850D318AD226}" dt="2025-11-18T18:21:58.843" v="1946" actId="20577"/>
          <ac:spMkLst>
            <pc:docMk/>
            <pc:sldMk cId="1319670675" sldId="279"/>
            <ac:spMk id="5" creationId="{47E4EEB1-E4AE-EB16-31F7-673CEE31EA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96ECA-0246-4D30-BD06-FD2F0ADBCED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EC344-FADB-4891-8CC6-9BCF27A61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7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19D7-4E82-0265-FF70-812C09560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27002-D3B8-7349-114B-A5309521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99B24-9587-CDBA-D5FA-793FAB1F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DB3BF-6711-4662-A526-126118B3202B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B55D8-3FB9-1C93-54AA-7B90F389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38B99-BAB9-033A-2330-C366D48F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90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9666-EC5A-2508-2C47-7E987361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5A805-B29F-7F9C-FD7E-076260F8A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273FC-0A02-0A0C-B0DA-5BA6D62B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F262-27ED-41E2-9398-9E796182AF02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5933F-4EF8-BD88-E958-82823FB5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F069-2A7D-05DA-E673-50253C7B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6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D249-D4F2-976F-C88B-6B841582D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C2F3A-9FC5-4FA3-47EF-BFC3004B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DEB1-6D02-C091-69B3-145E4D77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0821-6DBC-4B11-9008-90F41310824E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C7595-03F4-53EA-E38C-4E2400C7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9E2C0-A24C-963A-5C83-C6CFAD7A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2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8AA2-A975-99DC-BA8A-40ABFCBF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4DF4-9C49-A032-CAAC-2C772FECB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F588F-6F59-D544-B62A-4C7167573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39074-3E37-13A1-367F-3E512075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394A5-1D31-42A4-9FB0-4C5D04BB1D26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BF766-CADF-AB37-87DC-63CFA646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851F0-0796-8462-F0E5-8E06404F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3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7359-EA97-B678-7C5D-E2C303D9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6C87D-08AC-50EB-E22E-DE45C6FD0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E2431-CC55-22DB-D7C7-689A14150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6F321-BEAB-BE89-5267-0AABB602B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F72AF-6030-B320-CE40-8175D8856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95A09-8F61-4DC2-B949-C6E1420D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13CA-A12C-4A6F-B155-84FB150750B1}" type="datetime1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F337C-6582-CF50-041C-26F401B3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C6C92-1FD7-A830-5700-BAF37873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6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B933-E585-0D36-19B6-EF089C28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22DCE-2E22-DA63-92F6-62F65466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E990-26F0-4DA5-B32A-FD07F31024B5}" type="datetime1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C8473-8D24-E5BC-CB9A-7AA31572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05373-1354-DE36-EF63-3E958242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6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C7F8A-C717-5F2B-6495-4D949024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EEAA-F1CA-46A2-9B11-357DA7DE886C}" type="datetime1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E82AA-9232-5C8A-8F5D-D0D0BAD1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A8DE2-9A56-494E-DF42-779FDFBA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95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E676-5C89-8323-2EF5-9246AF7A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7BEF-6861-E1CB-1B89-50123B3C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2DE3D-E25F-BD43-570E-5605921BF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8A5CA-BB30-7C95-CEF8-2624A9E7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BA0C3-BC11-4B6F-A6EB-12ADDC58F77A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53B71-EB72-4C42-FFC7-81A291D1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F7B47-D09C-C34F-F4A7-84811C19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41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42C9-A133-2690-CB66-E70FD6A2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813CB-EEF0-4595-D25A-9B8AE59E4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A8BF-DFD0-5067-6DC9-6CEFFEE73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4B0DB-9B6A-26DF-A56C-ADD8FDE4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9CC4-94AA-48CD-8F23-73F1D0258C13}" type="datetime1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21319-36FF-DFF8-88FF-F93372339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12506-6E3F-4C50-CFE4-1E4E4F90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2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BAE5-7A2B-0F26-84AD-2CC9F7B1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A7A1-2632-48FD-25BC-C88B61CD2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5AE61-DEE2-44C0-851B-FBB0611E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9578-5393-46A2-B7DE-544B884F68B4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E5145-B644-6C6E-54D4-FEF60BD0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BD2D-9D19-2446-0FC3-15DAB99D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54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DB5A4-E0EB-B26F-1F21-3A37A46CB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ABB9B-D03D-E814-1B38-EA4809EEC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1278F-233D-417A-7498-1E495A647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C10F-6D4C-4E14-B15A-620D042DE06B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A279-6704-DD8A-BCCF-6CD4E3D8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32F57-7E1F-5082-5DAC-09660C32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8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203EF-FFFE-546F-C329-D36FBA77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D8B3B-D07B-CCE9-20C5-3D383908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9B22-25C0-B7BA-60B1-B41F3451D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49134-4552-4F39-BDE9-4F58734BC09E}" type="datetime1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2D42-146F-E3D6-767A-98AED8ACD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BECD-406D-B615-ACCD-3EDD254D0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50958-EAEF-4714-9E60-C7FB47592CE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3D6C71-DF13-3A3C-54BD-6019BEBDA80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096000" y="6176963"/>
            <a:ext cx="3708133" cy="6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uchintikasarkar/sentiment-analysis-for-mental-health/cod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D983B-7B8B-7C96-03E0-2877C544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3E665-AA43-8930-0644-A87366F3F282}"/>
              </a:ext>
            </a:extLst>
          </p:cNvPr>
          <p:cNvSpPr txBox="1"/>
          <p:nvPr/>
        </p:nvSpPr>
        <p:spPr>
          <a:xfrm>
            <a:off x="527901" y="845664"/>
            <a:ext cx="10825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MENTAL HEALTH TEXT CLASSIFICATION </a:t>
            </a:r>
          </a:p>
          <a:p>
            <a:pPr algn="ctr"/>
            <a:r>
              <a:rPr lang="en-GB" sz="4000" b="1" dirty="0">
                <a:latin typeface="Aptos Display" panose="020B0004020202020204" pitchFamily="34" charset="0"/>
              </a:rPr>
              <a:t>USING NLP</a:t>
            </a:r>
            <a:endParaRPr lang="en-IN" sz="4000" b="1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E8C48-8810-89C7-A048-59CB6E023A1B}"/>
              </a:ext>
            </a:extLst>
          </p:cNvPr>
          <p:cNvSpPr txBox="1"/>
          <p:nvPr/>
        </p:nvSpPr>
        <p:spPr>
          <a:xfrm>
            <a:off x="6834433" y="2918622"/>
            <a:ext cx="390334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Aptos Display" panose="020B0004020202020204" pitchFamily="34" charset="0"/>
              </a:rPr>
              <a:t>INSTRUCTOR: </a:t>
            </a:r>
          </a:p>
          <a:p>
            <a:r>
              <a:rPr lang="en-GB" sz="2200" dirty="0">
                <a:latin typeface="Aptos Display" panose="020B0004020202020204" pitchFamily="34" charset="0"/>
              </a:rPr>
              <a:t>Dr. Nima </a:t>
            </a:r>
            <a:r>
              <a:rPr lang="en-GB" sz="2200" dirty="0" err="1">
                <a:latin typeface="Aptos Display" panose="020B0004020202020204" pitchFamily="34" charset="0"/>
              </a:rPr>
              <a:t>Ekhtari</a:t>
            </a:r>
            <a:endParaRPr lang="en-GB" sz="2200" dirty="0">
              <a:latin typeface="Aptos Display" panose="020B0004020202020204" pitchFamily="34" charset="0"/>
            </a:endParaRPr>
          </a:p>
          <a:p>
            <a:endParaRPr lang="en-GB" sz="2200" dirty="0">
              <a:latin typeface="Aptos Display" panose="020B0004020202020204" pitchFamily="34" charset="0"/>
            </a:endParaRPr>
          </a:p>
          <a:p>
            <a:r>
              <a:rPr lang="en-GB" sz="2200" b="1" dirty="0">
                <a:latin typeface="Aptos Display" panose="020B0004020202020204" pitchFamily="34" charset="0"/>
              </a:rPr>
              <a:t>Team 13: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Aptos Display" panose="020B0004020202020204" pitchFamily="34" charset="0"/>
              </a:rPr>
              <a:t>Saketh Desini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err="1">
                <a:latin typeface="Aptos Display" panose="020B0004020202020204" pitchFamily="34" charset="0"/>
              </a:rPr>
              <a:t>Ruchith</a:t>
            </a:r>
            <a:r>
              <a:rPr lang="en-GB" sz="2200" dirty="0">
                <a:latin typeface="Aptos Display" panose="020B0004020202020204" pitchFamily="34" charset="0"/>
              </a:rPr>
              <a:t> Reddy </a:t>
            </a:r>
            <a:r>
              <a:rPr lang="en-GB" sz="2200" dirty="0" err="1">
                <a:latin typeface="Aptos Display" panose="020B0004020202020204" pitchFamily="34" charset="0"/>
              </a:rPr>
              <a:t>Parnem</a:t>
            </a:r>
            <a:endParaRPr lang="en-GB" sz="22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Aptos Display" panose="020B0004020202020204" pitchFamily="34" charset="0"/>
              </a:rPr>
              <a:t>Lekha Kancharla</a:t>
            </a:r>
            <a:endParaRPr lang="en-IN" sz="2200" dirty="0">
              <a:latin typeface="Aptos Display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A3A616-D369-3EAC-FC0D-8D2D4EA4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90" y="2632608"/>
            <a:ext cx="4581720" cy="35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0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603E-17CA-1D8F-87E2-F66BA1F5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Aptos Display" panose="020B0004020202020204" pitchFamily="34" charset="0"/>
              </a:rPr>
              <a:t>Overview</a:t>
            </a:r>
            <a:endParaRPr lang="en-IN" sz="4000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8DD1-3390-320E-39B1-101A92BB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Motivation &amp; Objectives</a:t>
            </a:r>
          </a:p>
          <a:p>
            <a:r>
              <a:rPr lang="en-US" dirty="0">
                <a:latin typeface="Aptos Display" panose="020B0004020202020204" pitchFamily="34" charset="0"/>
              </a:rPr>
              <a:t>Dataset Description</a:t>
            </a:r>
          </a:p>
          <a:p>
            <a:r>
              <a:rPr lang="en-US" dirty="0">
                <a:latin typeface="Aptos Display" panose="020B0004020202020204" pitchFamily="34" charset="0"/>
              </a:rPr>
              <a:t>Models Used</a:t>
            </a:r>
          </a:p>
          <a:p>
            <a:pPr lvl="1"/>
            <a:r>
              <a:rPr lang="en-US" sz="2800" dirty="0" err="1">
                <a:latin typeface="Aptos Display" panose="020B0004020202020204" pitchFamily="34" charset="0"/>
              </a:rPr>
              <a:t>RoBERTa</a:t>
            </a:r>
            <a:r>
              <a:rPr lang="en-US" sz="2800" dirty="0">
                <a:latin typeface="Aptos Display" panose="020B0004020202020204" pitchFamily="34" charset="0"/>
              </a:rPr>
              <a:t>-base</a:t>
            </a:r>
          </a:p>
          <a:p>
            <a:pPr lvl="1"/>
            <a:r>
              <a:rPr lang="en-US" sz="2800" dirty="0">
                <a:latin typeface="Aptos Display" panose="020B0004020202020204" pitchFamily="34" charset="0"/>
              </a:rPr>
              <a:t>DeBERTa-v3-large</a:t>
            </a:r>
          </a:p>
          <a:p>
            <a:pPr lvl="1"/>
            <a:r>
              <a:rPr lang="en-US" sz="2800" dirty="0" err="1">
                <a:latin typeface="Aptos Display" panose="020B0004020202020204" pitchFamily="34" charset="0"/>
              </a:rPr>
              <a:t>BiLSTM</a:t>
            </a:r>
            <a:r>
              <a:rPr lang="en-US" sz="2800" dirty="0">
                <a:latin typeface="Aptos Display" panose="020B0004020202020204" pitchFamily="34" charset="0"/>
              </a:rPr>
              <a:t> + </a:t>
            </a:r>
            <a:r>
              <a:rPr lang="en-US" sz="2800" dirty="0" err="1">
                <a:latin typeface="Aptos Display" panose="020B0004020202020204" pitchFamily="34" charset="0"/>
              </a:rPr>
              <a:t>FastText</a:t>
            </a:r>
            <a:endParaRPr lang="en-US" sz="2800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Results &amp; Comparisons</a:t>
            </a:r>
          </a:p>
          <a:p>
            <a:r>
              <a:rPr lang="en-US" dirty="0">
                <a:latin typeface="Aptos Display" panose="020B0004020202020204" pitchFamily="34" charset="0"/>
              </a:rPr>
              <a:t>Conclusion &amp; Future Work</a:t>
            </a:r>
          </a:p>
          <a:p>
            <a:endParaRPr lang="en-GB" dirty="0">
              <a:latin typeface="Aptos Display" panose="020B0004020202020204" pitchFamily="34" charset="0"/>
            </a:endParaRPr>
          </a:p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2907D-5E85-21FC-EF54-D97B1BB7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8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7628-5257-EE64-7EE3-10D54B81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544234"/>
            <a:ext cx="10515600" cy="1325563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Motivation and Objectives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92F7-C959-FB44-13DC-251F324A9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05" y="2110026"/>
            <a:ext cx="10234864" cy="2951554"/>
          </a:xfrm>
        </p:spPr>
        <p:txBody>
          <a:bodyPr>
            <a:normAutofit/>
          </a:bodyPr>
          <a:lstStyle/>
          <a:p>
            <a:r>
              <a:rPr lang="en-GB" dirty="0">
                <a:latin typeface="Aptos Display" panose="020B0004020202020204" pitchFamily="34" charset="0"/>
              </a:rPr>
              <a:t>Lot of people talk about mental health via text on social media</a:t>
            </a:r>
            <a:r>
              <a:rPr lang="en-US" dirty="0">
                <a:latin typeface="Aptos Display" panose="020B0004020202020204" pitchFamily="34" charset="0"/>
              </a:rPr>
              <a:t>.</a:t>
            </a:r>
          </a:p>
          <a:p>
            <a:r>
              <a:rPr lang="en-US" dirty="0">
                <a:latin typeface="Aptos Display" panose="020B0004020202020204" pitchFamily="34" charset="0"/>
              </a:rPr>
              <a:t>Manually monitoring content is slow and not scalable.</a:t>
            </a:r>
          </a:p>
          <a:p>
            <a:r>
              <a:rPr lang="en-US" dirty="0">
                <a:latin typeface="Aptos Display" panose="020B0004020202020204" pitchFamily="34" charset="0"/>
              </a:rPr>
              <a:t>Automatic text classification helps in </a:t>
            </a:r>
            <a:r>
              <a:rPr lang="en-US" b="1" dirty="0">
                <a:latin typeface="Aptos Display" panose="020B0004020202020204" pitchFamily="34" charset="0"/>
              </a:rPr>
              <a:t>early detection of at-risk users</a:t>
            </a:r>
            <a:r>
              <a:rPr lang="en-US" dirty="0">
                <a:latin typeface="Aptos Display" panose="020B0004020202020204" pitchFamily="34" charset="0"/>
              </a:rPr>
              <a:t>.</a:t>
            </a:r>
          </a:p>
          <a:p>
            <a:r>
              <a:rPr lang="en-US" dirty="0">
                <a:latin typeface="Aptos Display" panose="020B0004020202020204" pitchFamily="34" charset="0"/>
              </a:rPr>
              <a:t>Compare performance using: Accuracy, Precision, Recall, F1-Score.</a:t>
            </a:r>
          </a:p>
          <a:p>
            <a:r>
              <a:rPr lang="en-US" dirty="0">
                <a:latin typeface="Aptos Display" panose="020B0004020202020204" pitchFamily="34" charset="0"/>
              </a:rPr>
              <a:t>Analyze common misclassifications and challenges.</a:t>
            </a:r>
          </a:p>
          <a:p>
            <a:endParaRPr lang="en-US" dirty="0">
              <a:latin typeface="Aptos Display" panose="020B0004020202020204" pitchFamily="34" charset="0"/>
            </a:endParaRPr>
          </a:p>
          <a:p>
            <a:endParaRPr lang="en-US" dirty="0"/>
          </a:p>
          <a:p>
            <a:endParaRPr lang="en-US" dirty="0">
              <a:latin typeface="Aptos Display" panose="020B0004020202020204" pitchFamily="34" charset="0"/>
            </a:endParaRPr>
          </a:p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FF6F-8D6D-853A-1A19-489D6538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164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F91B-6C80-FE4A-F1EC-AD88D936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 Display" panose="020B0004020202020204" pitchFamily="34" charset="0"/>
              </a:rPr>
              <a:t>Dataset  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23DA-6BA0-8C71-5511-986D98DA6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GB" sz="3000" dirty="0">
                <a:latin typeface="Aptos Display" panose="020B0004020202020204" pitchFamily="34" charset="0"/>
              </a:rPr>
              <a:t>Source : </a:t>
            </a:r>
            <a:r>
              <a:rPr lang="en-GB" sz="3000" dirty="0">
                <a:latin typeface="Aptos Display" panose="020B0004020202020204" pitchFamily="34" charset="0"/>
                <a:hlinkClick r:id="rId2"/>
              </a:rPr>
              <a:t>https://www.kaggle.com/datasets/suchintikasarkar/sentiment-analysis-for-mental-health/code</a:t>
            </a:r>
            <a:r>
              <a:rPr lang="en-GB" sz="3000" dirty="0">
                <a:latin typeface="Aptos Display" panose="020B0004020202020204" pitchFamily="34" charset="0"/>
              </a:rPr>
              <a:t> </a:t>
            </a:r>
          </a:p>
          <a:p>
            <a:r>
              <a:rPr lang="en-GB" sz="3000" dirty="0">
                <a:latin typeface="Aptos Display" panose="020B0004020202020204" pitchFamily="34" charset="0"/>
              </a:rPr>
              <a:t>Features: 3 (id, Statement, Status), Size : 53,043</a:t>
            </a:r>
          </a:p>
          <a:p>
            <a:r>
              <a:rPr lang="en-GB" sz="3000" dirty="0">
                <a:latin typeface="Aptos Display" panose="020B0004020202020204" pitchFamily="34" charset="0"/>
              </a:rPr>
              <a:t>Classes : 7 (Normal, Depression, Suicidal, Anxiety, Stress, Bi-polar, Personality Disorder)</a:t>
            </a:r>
          </a:p>
          <a:p>
            <a:r>
              <a:rPr lang="en-US" sz="3000" dirty="0">
                <a:latin typeface="Aptos Display" panose="020B0004020202020204" pitchFamily="34" charset="0"/>
              </a:rPr>
              <a:t>Text preprocessing: Removing extra spaces, line break, basic URL cleanup</a:t>
            </a:r>
          </a:p>
          <a:p>
            <a:r>
              <a:rPr lang="en-GB" sz="3000" dirty="0">
                <a:latin typeface="Aptos Display" panose="020B0004020202020204" pitchFamily="34" charset="0"/>
              </a:rPr>
              <a:t> Train/Val/Test Splits : 80/10/10</a:t>
            </a:r>
          </a:p>
          <a:p>
            <a:r>
              <a:rPr lang="en-GB" sz="3000" dirty="0">
                <a:latin typeface="Aptos Display" panose="020B0004020202020204" pitchFamily="34" charset="0"/>
              </a:rPr>
              <a:t>Class Imbalance: </a:t>
            </a:r>
          </a:p>
          <a:p>
            <a:pPr lvl="1"/>
            <a:r>
              <a:rPr lang="en-GB" sz="3000" dirty="0">
                <a:latin typeface="Aptos Display" panose="020B0004020202020204" pitchFamily="34" charset="0"/>
              </a:rPr>
              <a:t>Weighted categorical cross entropy loss</a:t>
            </a:r>
          </a:p>
          <a:p>
            <a:pPr lvl="1"/>
            <a:r>
              <a:rPr lang="en-GB" sz="3000" dirty="0">
                <a:latin typeface="Aptos Display" panose="020B0004020202020204" pitchFamily="34" charset="0"/>
              </a:rPr>
              <a:t>Stratified Split for training and testing</a:t>
            </a:r>
          </a:p>
          <a:p>
            <a:endParaRPr lang="en-GB" dirty="0">
              <a:latin typeface="Aptos Display" panose="020B0004020202020204" pitchFamily="34" charset="0"/>
            </a:endParaRPr>
          </a:p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2A8A8-3859-8917-973F-BB2F371C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64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0D64-B0E4-F833-E662-B7DE78D9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Aptos Display" panose="020B0004020202020204" pitchFamily="34" charset="0"/>
              </a:rPr>
              <a:t>RoBERTa_Base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3A1A-9665-6FDE-F979-0891179F9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747"/>
            <a:ext cx="10515600" cy="4735165"/>
          </a:xfrm>
        </p:spPr>
        <p:txBody>
          <a:bodyPr/>
          <a:lstStyle/>
          <a:p>
            <a:r>
              <a:rPr lang="en-GB" dirty="0">
                <a:latin typeface="Aptos Display" panose="020B0004020202020204" pitchFamily="34" charset="0"/>
              </a:rPr>
              <a:t>Robustly Optimized BERT Pretraining Approach(</a:t>
            </a:r>
            <a:r>
              <a:rPr lang="en-GB" dirty="0" err="1">
                <a:latin typeface="Aptos Display" panose="020B0004020202020204" pitchFamily="34" charset="0"/>
              </a:rPr>
              <a:t>RoBERTa</a:t>
            </a:r>
            <a:r>
              <a:rPr lang="en-GB" dirty="0">
                <a:latin typeface="Aptos Display" panose="020B0004020202020204" pitchFamily="34" charset="0"/>
              </a:rPr>
              <a:t>)</a:t>
            </a:r>
          </a:p>
          <a:p>
            <a:r>
              <a:rPr lang="en-GB" dirty="0">
                <a:latin typeface="Aptos Display" panose="020B0004020202020204" pitchFamily="34" charset="0"/>
              </a:rPr>
              <a:t>12 transformer layers, 768-dim hidden size, ~125M parameters</a:t>
            </a:r>
          </a:p>
          <a:p>
            <a:r>
              <a:rPr lang="en-GB" dirty="0">
                <a:latin typeface="Aptos Display" panose="020B0004020202020204" pitchFamily="34" charset="0"/>
              </a:rPr>
              <a:t>Removes NSP and trains with MLM.</a:t>
            </a:r>
          </a:p>
          <a:p>
            <a:r>
              <a:rPr lang="en-GB" dirty="0">
                <a:latin typeface="Aptos Display" panose="020B0004020202020204" pitchFamily="34" charset="0"/>
              </a:rPr>
              <a:t>Dynamic Masked Language </a:t>
            </a:r>
            <a:r>
              <a:rPr lang="en-GB" dirty="0" err="1">
                <a:latin typeface="Aptos Display" panose="020B0004020202020204" pitchFamily="34" charset="0"/>
              </a:rPr>
              <a:t>Modeling</a:t>
            </a:r>
            <a:r>
              <a:rPr lang="en-GB" dirty="0">
                <a:latin typeface="Aptos Display" panose="020B0004020202020204" pitchFamily="34" charset="0"/>
              </a:rPr>
              <a:t>.</a:t>
            </a:r>
          </a:p>
          <a:p>
            <a:r>
              <a:rPr lang="en-GB" dirty="0">
                <a:latin typeface="Aptos Display" panose="020B0004020202020204" pitchFamily="34" charset="0"/>
              </a:rPr>
              <a:t>Expanded training corpus (160GB of text).</a:t>
            </a:r>
          </a:p>
          <a:p>
            <a:r>
              <a:rPr lang="en-GB" dirty="0">
                <a:latin typeface="Aptos Display" panose="020B0004020202020204" pitchFamily="34" charset="0"/>
              </a:rPr>
              <a:t>Finetuned values: LR: 2e-5, Batch size: 16, weight decay: 0.01, context length: 384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9371-3864-2F71-9F37-F1F406AC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83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6805-41E7-38BF-2273-823EBB04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99" y="282506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5CBA-CDF0-F16D-E633-8EE8F8B5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46010-C937-95A4-A84B-ADBD3FEF8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17"/>
          <a:stretch>
            <a:fillRect/>
          </a:stretch>
        </p:blipFill>
        <p:spPr>
          <a:xfrm>
            <a:off x="551168" y="1403036"/>
            <a:ext cx="6350673" cy="3910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EF2321-CF94-2B22-7953-C48211E8991D}"/>
              </a:ext>
            </a:extLst>
          </p:cNvPr>
          <p:cNvSpPr txBox="1"/>
          <p:nvPr/>
        </p:nvSpPr>
        <p:spPr>
          <a:xfrm>
            <a:off x="7256722" y="1485374"/>
            <a:ext cx="44467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 Display" panose="020B0004020202020204" pitchFamily="34" charset="0"/>
              </a:rPr>
              <a:t>Normal</a:t>
            </a:r>
            <a:r>
              <a:rPr lang="en-GB" sz="2000" dirty="0">
                <a:latin typeface="Aptos Display" panose="020B0004020202020204" pitchFamily="34" charset="0"/>
              </a:rPr>
              <a:t> has the best performance (F1 </a:t>
            </a:r>
            <a:r>
              <a:rPr lang="en-GB" sz="2000" b="1" dirty="0">
                <a:latin typeface="Aptos Display" panose="020B0004020202020204" pitchFamily="34" charset="0"/>
              </a:rPr>
              <a:t>≈ 0.95</a:t>
            </a:r>
            <a:r>
              <a:rPr lang="en-GB" sz="2000" dirty="0">
                <a:latin typeface="Aptos Display" panose="020B0004020202020204" pitchFamily="34" charset="0"/>
              </a:rPr>
              <a:t>, precision </a:t>
            </a:r>
            <a:r>
              <a:rPr lang="en-GB" sz="2000" b="1" dirty="0">
                <a:latin typeface="Aptos Display" panose="020B0004020202020204" pitchFamily="34" charset="0"/>
              </a:rPr>
              <a:t>0.96</a:t>
            </a:r>
            <a:r>
              <a:rPr lang="en-GB" sz="2000" dirty="0">
                <a:latin typeface="Aptos Display" panose="020B0004020202020204" pitchFamily="34" charset="0"/>
              </a:rPr>
              <a:t>, recall </a:t>
            </a:r>
            <a:r>
              <a:rPr lang="en-GB" sz="2000" b="1" dirty="0">
                <a:latin typeface="Aptos Display" panose="020B0004020202020204" pitchFamily="34" charset="0"/>
              </a:rPr>
              <a:t>0.95</a:t>
            </a:r>
            <a:r>
              <a:rPr lang="en-GB" sz="2000" dirty="0">
                <a:latin typeface="Aptos Display" panose="020B0004020202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 Display" panose="020B0004020202020204" pitchFamily="34" charset="0"/>
              </a:rPr>
              <a:t>Anxiety</a:t>
            </a:r>
            <a:r>
              <a:rPr lang="en-GB" sz="2000" dirty="0">
                <a:latin typeface="Aptos Display" panose="020B0004020202020204" pitchFamily="34" charset="0"/>
              </a:rPr>
              <a:t> and </a:t>
            </a:r>
            <a:r>
              <a:rPr lang="en-GB" sz="2000" b="1" dirty="0">
                <a:latin typeface="Aptos Display" panose="020B0004020202020204" pitchFamily="34" charset="0"/>
              </a:rPr>
              <a:t>Bipolar</a:t>
            </a:r>
            <a:r>
              <a:rPr lang="en-GB" sz="2000" dirty="0">
                <a:latin typeface="Aptos Display" panose="020B0004020202020204" pitchFamily="34" charset="0"/>
              </a:rPr>
              <a:t> are also strong, with F1 scores around </a:t>
            </a:r>
            <a:r>
              <a:rPr lang="en-GB" sz="2000" b="1" dirty="0">
                <a:latin typeface="Aptos Display" panose="020B0004020202020204" pitchFamily="34" charset="0"/>
              </a:rPr>
              <a:t>0.88</a:t>
            </a:r>
            <a:r>
              <a:rPr lang="en-GB" sz="2000" dirty="0">
                <a:latin typeface="Aptos Display" panose="020B0004020202020204" pitchFamily="34" charset="0"/>
              </a:rPr>
              <a:t> and </a:t>
            </a:r>
            <a:r>
              <a:rPr lang="en-GB" sz="2000" b="1" dirty="0">
                <a:latin typeface="Aptos Display" panose="020B0004020202020204" pitchFamily="34" charset="0"/>
              </a:rPr>
              <a:t>0.85</a:t>
            </a:r>
            <a:r>
              <a:rPr lang="en-GB" sz="2000" dirty="0">
                <a:latin typeface="Aptos Display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ptos Display" panose="020B0004020202020204" pitchFamily="34" charset="0"/>
              </a:rPr>
              <a:t>For </a:t>
            </a:r>
            <a:r>
              <a:rPr lang="en-GB" sz="2000" b="1" dirty="0">
                <a:latin typeface="Aptos Display" panose="020B0004020202020204" pitchFamily="34" charset="0"/>
              </a:rPr>
              <a:t>stress</a:t>
            </a:r>
            <a:r>
              <a:rPr lang="en-GB" sz="2000" dirty="0">
                <a:latin typeface="Aptos Display" panose="020B0004020202020204" pitchFamily="34" charset="0"/>
              </a:rPr>
              <a:t> and </a:t>
            </a:r>
            <a:r>
              <a:rPr lang="en-GB" sz="2000" b="1" dirty="0">
                <a:latin typeface="Aptos Display" panose="020B0004020202020204" pitchFamily="34" charset="0"/>
              </a:rPr>
              <a:t>suicidal</a:t>
            </a:r>
            <a:r>
              <a:rPr lang="en-GB" sz="2000" dirty="0">
                <a:latin typeface="Aptos Display" panose="020B0004020202020204" pitchFamily="34" charset="0"/>
              </a:rPr>
              <a:t> the recall is more.</a:t>
            </a:r>
          </a:p>
          <a:p>
            <a:endParaRPr lang="en-GB" sz="20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 Display" panose="020B0004020202020204" pitchFamily="34" charset="0"/>
              </a:rPr>
              <a:t>Macro-average F1 0.83</a:t>
            </a:r>
            <a:r>
              <a:rPr lang="en-GB" sz="2000" dirty="0">
                <a:latin typeface="Aptos Display" panose="020B0004020202020204" pitchFamily="34" charset="0"/>
              </a:rPr>
              <a:t> and </a:t>
            </a:r>
            <a:r>
              <a:rPr lang="en-GB" sz="2000" b="1" dirty="0">
                <a:latin typeface="Aptos Display" panose="020B0004020202020204" pitchFamily="34" charset="0"/>
              </a:rPr>
              <a:t>weighted-average F1 0.84</a:t>
            </a:r>
            <a:r>
              <a:rPr lang="en-GB" sz="2000" dirty="0">
                <a:latin typeface="Aptos Display" panose="020B0004020202020204" pitchFamily="34" charset="0"/>
              </a:rPr>
              <a:t>, indicating that not dominated only by the majority </a:t>
            </a:r>
            <a:r>
              <a:rPr lang="en-GB" sz="2000" b="1" dirty="0">
                <a:latin typeface="Aptos Display" panose="020B0004020202020204" pitchFamily="34" charset="0"/>
              </a:rPr>
              <a:t>Normal</a:t>
            </a:r>
            <a:r>
              <a:rPr lang="en-GB" sz="2000" dirty="0">
                <a:latin typeface="Aptos Display" panose="020B0004020202020204" pitchFamily="34" charset="0"/>
              </a:rPr>
              <a:t> class.</a:t>
            </a:r>
            <a:endParaRPr lang="en-IN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53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1A9B-6AED-C801-F85F-F27A39E5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3808-0B56-00B9-D5C5-CA361EB1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19" y="320511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F96F1-0725-5D86-AFDD-FD49E414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7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18C55C-E98C-1C09-6204-D75AEBAD2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3"/>
          <a:stretch>
            <a:fillRect/>
          </a:stretch>
        </p:blipFill>
        <p:spPr>
          <a:xfrm>
            <a:off x="5069951" y="560265"/>
            <a:ext cx="6640620" cy="57129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D78C6-C275-48BB-A8FD-2479489B42EE}"/>
              </a:ext>
            </a:extLst>
          </p:cNvPr>
          <p:cNvSpPr txBox="1"/>
          <p:nvPr/>
        </p:nvSpPr>
        <p:spPr>
          <a:xfrm>
            <a:off x="201343" y="2538110"/>
            <a:ext cx="45310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ptos Display" panose="020B0004020202020204" pitchFamily="34" charset="0"/>
              </a:rPr>
              <a:t>More difficult categories like </a:t>
            </a:r>
            <a:r>
              <a:rPr lang="en-GB" sz="2800" b="1" dirty="0">
                <a:latin typeface="Aptos Display" panose="020B0004020202020204" pitchFamily="34" charset="0"/>
              </a:rPr>
              <a:t>Personality disorder (AUC = 0.859)</a:t>
            </a:r>
            <a:r>
              <a:rPr lang="en-GB" sz="2800" dirty="0">
                <a:latin typeface="Aptos Display" panose="020B0004020202020204" pitchFamily="34" charset="0"/>
              </a:rPr>
              <a:t> and </a:t>
            </a:r>
            <a:r>
              <a:rPr lang="en-GB" sz="2800" b="1" dirty="0">
                <a:latin typeface="Aptos Display" panose="020B0004020202020204" pitchFamily="34" charset="0"/>
              </a:rPr>
              <a:t>Suicidal (AUC = 0.801)</a:t>
            </a:r>
            <a:r>
              <a:rPr lang="en-GB" sz="2800" dirty="0">
                <a:latin typeface="Aptos Display" panose="020B0004020202020204" pitchFamily="34" charset="0"/>
              </a:rPr>
              <a:t> have slightly lower AUC.</a:t>
            </a:r>
            <a:endParaRPr lang="en-IN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1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84E3-F74B-98F3-DE99-C95B55EA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4925-B75B-B7B6-44BF-06B2860B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23" y="406646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387E7-405F-3BD4-15BD-829365CB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769582-0C00-7885-EF22-82AEC7D9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0"/>
          <a:stretch>
            <a:fillRect/>
          </a:stretch>
        </p:blipFill>
        <p:spPr>
          <a:xfrm>
            <a:off x="5391132" y="504998"/>
            <a:ext cx="6630395" cy="5671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61A9CA-E361-3689-CD74-F0FA48A8F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4" y="1752262"/>
            <a:ext cx="5313428" cy="2360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0C7509-1E99-92C9-A3B6-3E78E2978BCA}"/>
              </a:ext>
            </a:extLst>
          </p:cNvPr>
          <p:cNvSpPr txBox="1"/>
          <p:nvPr/>
        </p:nvSpPr>
        <p:spPr>
          <a:xfrm>
            <a:off x="523676" y="4292143"/>
            <a:ext cx="460331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Aptos Display" panose="020B0004020202020204" pitchFamily="34" charset="0"/>
              </a:rPr>
              <a:t>Most frequent misclassifications are </a:t>
            </a:r>
            <a:r>
              <a:rPr lang="en-GB" sz="2500" b="1" dirty="0">
                <a:latin typeface="Aptos Display" panose="020B0004020202020204" pitchFamily="34" charset="0"/>
              </a:rPr>
              <a:t>Depression -&gt; Suicidal (654 cases)</a:t>
            </a:r>
            <a:r>
              <a:rPr lang="en-GB" sz="2500" dirty="0">
                <a:latin typeface="Aptos Display" panose="020B0004020202020204" pitchFamily="34" charset="0"/>
              </a:rPr>
              <a:t> and </a:t>
            </a:r>
            <a:r>
              <a:rPr lang="en-GB" sz="2500" b="1" dirty="0">
                <a:latin typeface="Aptos Display" panose="020B0004020202020204" pitchFamily="34" charset="0"/>
              </a:rPr>
              <a:t>Suicidal -&gt; Depression (350 cases)</a:t>
            </a:r>
            <a:endParaRPr lang="en-IN" sz="2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648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919A-1F30-E256-FF74-0EB03B04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8A09-9FF1-626E-72C6-ABBA83F2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199"/>
            <a:ext cx="10515600" cy="1325563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DeBERTa_v3_Large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3A4E-4CF9-DDA8-2C52-DB5DF4EF7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837"/>
            <a:ext cx="11143268" cy="3885364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  <a:cs typeface="Times New Roman"/>
              </a:rPr>
              <a:t>Decoding Enhanced BERT with Disentangled Attention (</a:t>
            </a:r>
            <a:r>
              <a:rPr lang="en-US" dirty="0" err="1">
                <a:latin typeface="Aptos Display" panose="020B0004020202020204" pitchFamily="34" charset="0"/>
                <a:cs typeface="Times New Roman"/>
              </a:rPr>
              <a:t>DeBERTa</a:t>
            </a:r>
            <a:r>
              <a:rPr lang="en-US" dirty="0">
                <a:latin typeface="Aptos Display" panose="020B0004020202020204" pitchFamily="34" charset="0"/>
                <a:cs typeface="Times New Roman"/>
              </a:rPr>
              <a:t>)</a:t>
            </a:r>
          </a:p>
          <a:p>
            <a:r>
              <a:rPr lang="en-GB" dirty="0">
                <a:latin typeface="Aptos Display" panose="020B0004020202020204" pitchFamily="34" charset="0"/>
              </a:rPr>
              <a:t> 24 layers , 1024 hidden size , ~ 304M parameters.</a:t>
            </a:r>
          </a:p>
          <a:p>
            <a:r>
              <a:rPr lang="en-GB" dirty="0">
                <a:latin typeface="Aptos Display" panose="020B0004020202020204" pitchFamily="34" charset="0"/>
                <a:cs typeface="Times New Roman"/>
              </a:rPr>
              <a:t>Trained same as </a:t>
            </a:r>
            <a:r>
              <a:rPr lang="en-GB" dirty="0" err="1">
                <a:latin typeface="Aptos Display" panose="020B0004020202020204" pitchFamily="34" charset="0"/>
                <a:cs typeface="Times New Roman"/>
              </a:rPr>
              <a:t>RoBERTa</a:t>
            </a:r>
            <a:r>
              <a:rPr lang="en-GB" dirty="0">
                <a:latin typeface="Aptos Display" panose="020B0004020202020204" pitchFamily="34" charset="0"/>
                <a:cs typeface="Times New Roman"/>
              </a:rPr>
              <a:t> with 160GB text</a:t>
            </a:r>
          </a:p>
          <a:p>
            <a:r>
              <a:rPr lang="en-US" dirty="0">
                <a:latin typeface="Aptos Display" panose="020B0004020202020204" pitchFamily="34" charset="0"/>
              </a:rPr>
              <a:t>Separates content &amp; positional embeddings </a:t>
            </a:r>
          </a:p>
          <a:p>
            <a:r>
              <a:rPr lang="en-GB" dirty="0">
                <a:latin typeface="Aptos Display" panose="020B0004020202020204" pitchFamily="34" charset="0"/>
                <a:cs typeface="Times New Roman"/>
              </a:rPr>
              <a:t>Fine tuned parameters: LR: 1e-5, batch size: 16, weight decay= 0.01, context length: 384 </a:t>
            </a:r>
          </a:p>
          <a:p>
            <a:endParaRPr lang="en-US" dirty="0">
              <a:latin typeface="Aptos Display" panose="020B0004020202020204" pitchFamily="34" charset="0"/>
              <a:cs typeface="Times New Roman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6A667-90BE-F223-9F89-FEA68F3C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77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6F33-698B-C7EE-32AC-9AA2D49F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FDD0-9814-160C-5B22-A57FC3E1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55" y="194154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40F33-977A-860B-11E6-C0CB0774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B3A1D-1C02-8366-E25E-CDA6D6EC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313"/>
          <a:stretch>
            <a:fillRect/>
          </a:stretch>
        </p:blipFill>
        <p:spPr>
          <a:xfrm>
            <a:off x="317454" y="1314684"/>
            <a:ext cx="6231987" cy="4199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D9EE8-D7DB-CE84-FED4-F578D9EEAA11}"/>
              </a:ext>
            </a:extLst>
          </p:cNvPr>
          <p:cNvSpPr txBox="1"/>
          <p:nvPr/>
        </p:nvSpPr>
        <p:spPr>
          <a:xfrm>
            <a:off x="6544809" y="1874728"/>
            <a:ext cx="564719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Normal has the best performance (F1 ≈ 0.95, precision 0.97, recall 0.93)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Anxiety and Bipolar are also strong, with F1 0.90 and 0.88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For depression and suicidal the F1 are lower at 0.79 and 0.76.</a:t>
            </a:r>
          </a:p>
        </p:txBody>
      </p:sp>
    </p:spTree>
    <p:extLst>
      <p:ext uri="{BB962C8B-B14F-4D97-AF65-F5344CB8AC3E}">
        <p14:creationId xmlns:p14="http://schemas.microsoft.com/office/powerpoint/2010/main" val="260347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A363-24E6-A1AB-CE8D-14717BAB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BF7-2FEB-A152-D3B9-B15B614E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32" y="484282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661D-1667-D631-66CD-E41F91FE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ADA9E-529D-2A98-88CD-659E2B29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201" y="443060"/>
            <a:ext cx="6206357" cy="5496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4F3455-8877-7AD9-2C9E-12EEB770FEC6}"/>
              </a:ext>
            </a:extLst>
          </p:cNvPr>
          <p:cNvSpPr txBox="1"/>
          <p:nvPr/>
        </p:nvSpPr>
        <p:spPr>
          <a:xfrm>
            <a:off x="294466" y="2021623"/>
            <a:ext cx="53326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All classes achieve AUC &gt; 0.80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Normal has with AUC = 0.989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Anxiety (0.949) and Bipolar ( 0.943)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Personality disorder (0.868) and Suicidal (0.808) have slightly lower AUC.</a:t>
            </a:r>
          </a:p>
        </p:txBody>
      </p:sp>
    </p:spTree>
    <p:extLst>
      <p:ext uri="{BB962C8B-B14F-4D97-AF65-F5344CB8AC3E}">
        <p14:creationId xmlns:p14="http://schemas.microsoft.com/office/powerpoint/2010/main" val="295622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77B0-5C0C-B401-1850-F087E448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7C93-141B-3FD8-59A8-AC94DA74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64" y="334488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AF23-1B44-03AA-9E47-AB894035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5DAAF-2418-B0B1-BF8D-69EB54AA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621" y="751567"/>
            <a:ext cx="6105261" cy="5335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DEFFA3-8759-36E6-6F8F-94FB7BAC2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29" y="1521006"/>
            <a:ext cx="5599635" cy="2805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57AD9-D475-3DD5-8B40-06523627A160}"/>
              </a:ext>
            </a:extLst>
          </p:cNvPr>
          <p:cNvSpPr txBox="1"/>
          <p:nvPr/>
        </p:nvSpPr>
        <p:spPr>
          <a:xfrm>
            <a:off x="253271" y="4759341"/>
            <a:ext cx="622906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700" dirty="0">
                <a:solidFill>
                  <a:srgbClr val="000000"/>
                </a:solidFill>
                <a:latin typeface="Aptos Display" panose="020B0004020202020204" pitchFamily="34" charset="0"/>
              </a:rPr>
              <a:t>Personality disorder achieves 84.2%</a:t>
            </a:r>
            <a:r>
              <a:rPr lang="en-US" altLang="en-US" sz="2700" b="1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lang="en-US" altLang="en-US" sz="2700" dirty="0">
                <a:solidFill>
                  <a:srgbClr val="000000"/>
                </a:solidFill>
                <a:latin typeface="Aptos Display" panose="020B0004020202020204" pitchFamily="34" charset="0"/>
              </a:rPr>
              <a:t> (only 2.3% of data)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700" dirty="0">
                <a:solidFill>
                  <a:srgbClr val="000000"/>
                </a:solidFill>
                <a:latin typeface="Aptos Display" panose="020B0004020202020204" pitchFamily="34" charset="0"/>
              </a:rPr>
              <a:t>Mental health conditions rarely misclassified as Normal (&lt; 2%)</a:t>
            </a:r>
            <a:endParaRPr lang="en-US" altLang="en-US" sz="2700" dirty="0">
              <a:latin typeface="Aptos Display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34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994AB-6390-D8F5-8CC3-9D6B5284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958F-9965-97D6-5D1A-CB4C1438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82" y="252003"/>
            <a:ext cx="10515600" cy="1325563"/>
          </a:xfrm>
        </p:spPr>
        <p:txBody>
          <a:bodyPr/>
          <a:lstStyle/>
          <a:p>
            <a:r>
              <a:rPr lang="en-GB" b="1" dirty="0" err="1">
                <a:latin typeface="Aptos Display" panose="020B0004020202020204" pitchFamily="34" charset="0"/>
              </a:rPr>
              <a:t>BiLSTM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FBDD-D8D9-AB4C-54EF-C062907A6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482" y="1494924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Bidirectional LSTM captures forward + backward context.</a:t>
            </a:r>
          </a:p>
          <a:p>
            <a:r>
              <a:rPr lang="en-US" dirty="0">
                <a:latin typeface="Aptos Display" panose="020B0004020202020204" pitchFamily="34" charset="0"/>
              </a:rPr>
              <a:t>Word level tokenization </a:t>
            </a:r>
          </a:p>
          <a:p>
            <a:r>
              <a:rPr lang="en-US" dirty="0">
                <a:latin typeface="Aptos Display" panose="020B0004020202020204" pitchFamily="34" charset="0"/>
              </a:rPr>
              <a:t>Pretrained </a:t>
            </a:r>
            <a:r>
              <a:rPr lang="en-US" dirty="0" err="1">
                <a:latin typeface="Aptos Display" panose="020B0004020202020204" pitchFamily="34" charset="0"/>
              </a:rPr>
              <a:t>FastText</a:t>
            </a:r>
            <a:r>
              <a:rPr lang="en-US" dirty="0">
                <a:latin typeface="Aptos Display" panose="020B0004020202020204" pitchFamily="34" charset="0"/>
              </a:rPr>
              <a:t> embeddings (</a:t>
            </a:r>
            <a:r>
              <a:rPr lang="en-US">
                <a:latin typeface="Aptos Display" panose="020B0004020202020204" pitchFamily="34" charset="0"/>
              </a:rPr>
              <a:t>non-trainable).</a:t>
            </a:r>
            <a:endParaRPr lang="en-US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Bidirectional LSTM (64 units) -&gt; LSTM (32 units) -&gt; Dropout  -&gt;  Dense </a:t>
            </a:r>
            <a:r>
              <a:rPr lang="en-US" dirty="0" err="1">
                <a:latin typeface="Aptos Display" panose="020B0004020202020204" pitchFamily="34" charset="0"/>
              </a:rPr>
              <a:t>softmax</a:t>
            </a:r>
            <a:r>
              <a:rPr lang="en-US" dirty="0">
                <a:latin typeface="Aptos Display" panose="020B0004020202020204" pitchFamily="34" charset="0"/>
              </a:rPr>
              <a:t> output (7 classes) with L2 regularization.</a:t>
            </a:r>
          </a:p>
          <a:p>
            <a:r>
              <a:rPr lang="en-US" dirty="0">
                <a:latin typeface="Aptos Display" panose="020B0004020202020204" pitchFamily="34" charset="0"/>
              </a:rPr>
              <a:t>Weighted Categorical cross-entropy used for imbalance</a:t>
            </a:r>
          </a:p>
          <a:p>
            <a:r>
              <a:rPr lang="en-US" dirty="0">
                <a:latin typeface="Aptos Display" panose="020B0004020202020204" pitchFamily="34" charset="0"/>
              </a:rPr>
              <a:t>Adam optimizer , Batch size =32, Epochs=20 with early stopping (patience =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BF19D-6634-B9FF-1AFC-9546A1A2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903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2D50D-3DDF-794E-D5C1-B54E0257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8F58-5468-5596-D09D-4236A905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92" y="225468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715E9-DB00-9980-1B16-9EB0A51D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F18F3-10E4-ED5D-8AA5-5CE366DB4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362"/>
          <a:stretch>
            <a:fillRect/>
          </a:stretch>
        </p:blipFill>
        <p:spPr>
          <a:xfrm>
            <a:off x="356993" y="1533690"/>
            <a:ext cx="5337954" cy="4136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1882D9-2DC9-419C-2722-0701829F3826}"/>
              </a:ext>
            </a:extLst>
          </p:cNvPr>
          <p:cNvSpPr txBox="1"/>
          <p:nvPr/>
        </p:nvSpPr>
        <p:spPr>
          <a:xfrm>
            <a:off x="5875866" y="1907282"/>
            <a:ext cx="5892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Overall accuracy ≈ </a:t>
            </a:r>
            <a:r>
              <a:rPr lang="en-US" sz="2800" b="1" dirty="0">
                <a:latin typeface="Aptos Display" panose="020B0004020202020204" pitchFamily="34" charset="0"/>
              </a:rPr>
              <a:t>74%</a:t>
            </a:r>
            <a:r>
              <a:rPr lang="en-US" sz="2800" dirty="0">
                <a:latin typeface="Aptos Display" panose="020B0004020202020204" pitchFamily="34" charset="0"/>
              </a:rPr>
              <a:t> on test 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Display" panose="020B0004020202020204" pitchFamily="34" charset="0"/>
              </a:rPr>
              <a:t>Normal, Bipolar, Anxiety</a:t>
            </a:r>
            <a:r>
              <a:rPr lang="en-US" sz="2800" dirty="0">
                <a:latin typeface="Aptos Display" panose="020B0004020202020204" pitchFamily="34" charset="0"/>
              </a:rPr>
              <a:t> have the highest F1-scores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 Display" panose="020B0004020202020204" pitchFamily="34" charset="0"/>
              </a:rPr>
              <a:t>Stress</a:t>
            </a:r>
            <a:r>
              <a:rPr lang="en-US" sz="2800" dirty="0">
                <a:latin typeface="Aptos Display" panose="020B0004020202020204" pitchFamily="34" charset="0"/>
              </a:rPr>
              <a:t> and </a:t>
            </a:r>
            <a:r>
              <a:rPr lang="en-US" sz="2800" b="1" dirty="0">
                <a:latin typeface="Aptos Display" panose="020B0004020202020204" pitchFamily="34" charset="0"/>
              </a:rPr>
              <a:t>Personality disorder</a:t>
            </a:r>
            <a:r>
              <a:rPr lang="en-US" sz="2800" dirty="0">
                <a:latin typeface="Aptos Display" panose="020B0004020202020204" pitchFamily="34" charset="0"/>
              </a:rPr>
              <a:t> are the hardest minority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 Display" panose="020B0004020202020204" pitchFamily="34" charset="0"/>
              </a:rPr>
              <a:t>Macro F1 ≈ </a:t>
            </a:r>
            <a:r>
              <a:rPr lang="en-US" sz="2800" b="1" dirty="0">
                <a:latin typeface="Aptos Display" panose="020B0004020202020204" pitchFamily="34" charset="0"/>
              </a:rPr>
              <a:t>0.71</a:t>
            </a:r>
            <a:r>
              <a:rPr lang="en-US" sz="2800" dirty="0">
                <a:latin typeface="Aptos Display" panose="020B0004020202020204" pitchFamily="34" charset="0"/>
              </a:rPr>
              <a:t>, Weighted F1 ≈ </a:t>
            </a:r>
            <a:r>
              <a:rPr lang="en-US" sz="2800" b="1" dirty="0">
                <a:latin typeface="Aptos Display" panose="020B0004020202020204" pitchFamily="34" charset="0"/>
              </a:rPr>
              <a:t>0.75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59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4928-0710-C355-C02E-38637CDC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D915-17F8-C6D4-D262-94E723CC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pic>
        <p:nvPicPr>
          <p:cNvPr id="8" name="Picture 7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7ECC3112-3EDF-B63E-8B1E-2F6FEED5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459"/>
          <a:stretch>
            <a:fillRect/>
          </a:stretch>
        </p:blipFill>
        <p:spPr>
          <a:xfrm>
            <a:off x="0" y="922868"/>
            <a:ext cx="7296346" cy="545946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F862C-8830-8095-0896-E22691C4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950958-EAEF-4714-9E60-C7FB47592CE9}" type="slidenum">
              <a:rPr lang="en-IN" smtClean="0"/>
              <a:pPr>
                <a:spcAft>
                  <a:spcPts val="600"/>
                </a:spcAft>
              </a:pPr>
              <a:t>15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8A4472-F9B6-93F1-BD5D-E81C3A3ACCA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452149" y="1325563"/>
            <a:ext cx="4614333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Diagonal cells =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correct predictions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Normal, Anxiety, Bipolar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have strong diagonals (good recall)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Depression vs Suicidal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and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Personality disorder vs Stress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show heavy confusion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understands that a post is about mental distress, but often </a:t>
            </a:r>
            <a:r>
              <a:rPr lang="en-US" sz="2500" b="1" dirty="0">
                <a:latin typeface="Aptos Display" panose="020B0004020202020204" pitchFamily="34" charset="0"/>
              </a:rPr>
              <a:t>gets the exact category wrong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59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E0D4F-4F74-1D53-DB99-A4A9C549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50C7D-9DF7-C922-BA9D-09CB1AE0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90" y="1269999"/>
            <a:ext cx="5303008" cy="4065571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74088873-8B1A-54A5-4367-547571500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59604" y="1651590"/>
            <a:ext cx="557953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Biggest confusion: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Depression → Suicidal (814 cases, ~27%)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Second biggest: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Suicidal → Depression (477 cases, ~22%)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Normal is sometimes misclassified as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Stress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or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Suicidal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sensitive to high-risk text but  </a:t>
            </a:r>
            <a:r>
              <a:rPr lang="en-US" sz="2500" b="1" dirty="0">
                <a:latin typeface="Aptos Display" panose="020B0004020202020204" pitchFamily="34" charset="0"/>
              </a:rPr>
              <a:t>struggles to cleanly separate depression from suicidal ideation</a:t>
            </a:r>
            <a:r>
              <a:rPr lang="en-US" sz="2500" dirty="0">
                <a:latin typeface="Aptos Display" panose="020B0004020202020204" pitchFamily="34" charset="0"/>
              </a:rPr>
              <a:t>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6067B-6B07-37C6-31B3-C0381D460488}"/>
              </a:ext>
            </a:extLst>
          </p:cNvPr>
          <p:cNvSpPr txBox="1"/>
          <p:nvPr/>
        </p:nvSpPr>
        <p:spPr>
          <a:xfrm>
            <a:off x="728133" y="2725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ptos Display" panose="020B0004020202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386699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CC978-680D-98EB-9860-2465140F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D893-83DB-0908-5AC5-D34ED8E4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" y="414895"/>
            <a:ext cx="10514815" cy="1120530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Results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7ABFF-0C84-9D91-00A4-98ED47D8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E3E36-D7E7-DAFB-250B-EE2FAC3F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037" y="750633"/>
            <a:ext cx="6131268" cy="5207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88368-E02C-7DD9-A654-2D1FB7E9CF8E}"/>
              </a:ext>
            </a:extLst>
          </p:cNvPr>
          <p:cNvSpPr txBox="1"/>
          <p:nvPr/>
        </p:nvSpPr>
        <p:spPr>
          <a:xfrm>
            <a:off x="-64168" y="1934035"/>
            <a:ext cx="622433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Micro-average PR AUC ≈ 0.84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Normal, Anxiety, Bipolar have highest AUC (≈ 0.88–0.96)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Stress, Suicidal, Personality disorder have lower AUC (≈ 0.63–0.70)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Shows performance across different decision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Aptos Display" panose="020B0004020202020204" pitchFamily="34" charset="0"/>
              </a:rPr>
              <a:t>careful in choosing thresholds, especially for the </a:t>
            </a:r>
            <a:r>
              <a:rPr lang="en-US" sz="2500" b="1" dirty="0">
                <a:latin typeface="Aptos Display" panose="020B0004020202020204" pitchFamily="34" charset="0"/>
              </a:rPr>
              <a:t>Suicidal</a:t>
            </a:r>
            <a:r>
              <a:rPr lang="en-US" sz="2500" dirty="0">
                <a:latin typeface="Aptos Display" panose="020B0004020202020204" pitchFamily="34" charset="0"/>
              </a:rPr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61349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85C0-9EFF-FF5D-D528-9BBCF97CB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6A184-850A-AB57-0179-A1638006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136525"/>
            <a:ext cx="10515600" cy="1325563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Comparison</a:t>
            </a:r>
            <a:endParaRPr lang="en-IN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C239CF-2280-3176-14E7-80917EDA4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944355"/>
              </p:ext>
            </p:extLst>
          </p:nvPr>
        </p:nvGraphicFramePr>
        <p:xfrm>
          <a:off x="1347372" y="1506954"/>
          <a:ext cx="9497256" cy="29760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03581">
                  <a:extLst>
                    <a:ext uri="{9D8B030D-6E8A-4147-A177-3AD203B41FA5}">
                      <a16:colId xmlns:a16="http://schemas.microsoft.com/office/drawing/2014/main" val="104095238"/>
                    </a:ext>
                  </a:extLst>
                </a:gridCol>
                <a:gridCol w="1855960">
                  <a:extLst>
                    <a:ext uri="{9D8B030D-6E8A-4147-A177-3AD203B41FA5}">
                      <a16:colId xmlns:a16="http://schemas.microsoft.com/office/drawing/2014/main" val="960763509"/>
                    </a:ext>
                  </a:extLst>
                </a:gridCol>
                <a:gridCol w="1822105">
                  <a:extLst>
                    <a:ext uri="{9D8B030D-6E8A-4147-A177-3AD203B41FA5}">
                      <a16:colId xmlns:a16="http://schemas.microsoft.com/office/drawing/2014/main" val="88126354"/>
                    </a:ext>
                  </a:extLst>
                </a:gridCol>
                <a:gridCol w="1785151">
                  <a:extLst>
                    <a:ext uri="{9D8B030D-6E8A-4147-A177-3AD203B41FA5}">
                      <a16:colId xmlns:a16="http://schemas.microsoft.com/office/drawing/2014/main" val="3566364605"/>
                    </a:ext>
                  </a:extLst>
                </a:gridCol>
                <a:gridCol w="2330459">
                  <a:extLst>
                    <a:ext uri="{9D8B030D-6E8A-4147-A177-3AD203B41FA5}">
                      <a16:colId xmlns:a16="http://schemas.microsoft.com/office/drawing/2014/main" val="2123313110"/>
                    </a:ext>
                  </a:extLst>
                </a:gridCol>
              </a:tblGrid>
              <a:tr h="792277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Aptos Display" panose="020B0004020202020204" pitchFamily="34" charset="0"/>
                      </a:endParaRPr>
                    </a:p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MODEL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ptos Display" panose="020B0004020202020204" pitchFamily="34" charset="0"/>
                        </a:rPr>
                        <a:t> ACCURACY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ptos Display" panose="020B0004020202020204" pitchFamily="34" charset="0"/>
                        </a:rPr>
                        <a:t>MACRO          F1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ptos Display" panose="020B0004020202020204" pitchFamily="34" charset="0"/>
                        </a:rPr>
                        <a:t>WEIGHTED     F1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ptos Display" panose="020B0004020202020204" pitchFamily="34" charset="0"/>
                        </a:rPr>
                        <a:t> PARAMETERS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27108"/>
                  </a:ext>
                </a:extLst>
              </a:tr>
              <a:tr h="665088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Aptos Display" panose="020B0004020202020204" pitchFamily="34" charset="0"/>
                        </a:rPr>
                        <a:t>DeBERTa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0.84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0.83  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0. 85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304M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82858"/>
                  </a:ext>
                </a:extLst>
              </a:tr>
              <a:tr h="665088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Aptos Display" panose="020B0004020202020204" pitchFamily="34" charset="0"/>
                        </a:rPr>
                        <a:t>RoBERTa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  0.84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 0.82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 0.84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 125M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25156"/>
                  </a:ext>
                </a:extLst>
              </a:tr>
              <a:tr h="763554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Aptos Display" panose="020B0004020202020204" pitchFamily="34" charset="0"/>
                        </a:rPr>
                        <a:t>BiLSTM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0.74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0.71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ptos Display" panose="020B0004020202020204" pitchFamily="34" charset="0"/>
                        </a:rPr>
                        <a:t>0.75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Aptos Display" panose="020B0004020202020204" pitchFamily="34" charset="0"/>
                        </a:rPr>
                        <a:t>3M</a:t>
                      </a:r>
                      <a:endParaRPr lang="en-IN" sz="2400" dirty="0">
                        <a:latin typeface="Aptos Display" panose="020B0004020202020204" pitchFamily="34" charset="0"/>
                      </a:endParaRPr>
                    </a:p>
                    <a:p>
                      <a:endParaRPr lang="en-IN" sz="24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4940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3CF39-4E2D-5FED-BF89-F0F69C20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4CCDF-B6B0-ED0C-3AED-7DDDCF594251}"/>
              </a:ext>
            </a:extLst>
          </p:cNvPr>
          <p:cNvSpPr txBox="1"/>
          <p:nvPr/>
        </p:nvSpPr>
        <p:spPr>
          <a:xfrm>
            <a:off x="7446723" y="995819"/>
            <a:ext cx="373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E4625-E973-3306-EC80-727964A3530E}"/>
              </a:ext>
            </a:extLst>
          </p:cNvPr>
          <p:cNvSpPr txBox="1"/>
          <p:nvPr/>
        </p:nvSpPr>
        <p:spPr>
          <a:xfrm>
            <a:off x="1199147" y="4874418"/>
            <a:ext cx="74114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ptos Display" panose="020B0004020202020204" pitchFamily="34" charset="0"/>
              </a:rPr>
              <a:t>BiLSTM</a:t>
            </a:r>
            <a:r>
              <a:rPr lang="en-US" sz="2800" dirty="0">
                <a:latin typeface="Aptos Display" panose="020B0004020202020204" pitchFamily="34" charset="0"/>
              </a:rPr>
              <a:t> </a:t>
            </a:r>
            <a:r>
              <a:rPr lang="en-US" sz="2800" dirty="0">
                <a:latin typeface="Aptos Display" panose="020B0004020202020204" pitchFamily="34" charset="0"/>
                <a:sym typeface="Wingdings" panose="05000000000000000000" pitchFamily="2" charset="2"/>
              </a:rPr>
              <a:t>-&gt;</a:t>
            </a:r>
            <a:r>
              <a:rPr lang="en-US" sz="2800" dirty="0">
                <a:latin typeface="Aptos Display" panose="020B0004020202020204" pitchFamily="34" charset="0"/>
              </a:rPr>
              <a:t> Transformer: big improvement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ptos Display" panose="020B0004020202020204" pitchFamily="34" charset="0"/>
              </a:rPr>
              <a:t>RoBERTa</a:t>
            </a:r>
            <a:r>
              <a:rPr lang="en-US" sz="2800" dirty="0">
                <a:latin typeface="Aptos Display" panose="020B0004020202020204" pitchFamily="34" charset="0"/>
              </a:rPr>
              <a:t> -&gt; </a:t>
            </a:r>
            <a:r>
              <a:rPr lang="en-US" sz="2800" dirty="0" err="1">
                <a:latin typeface="Aptos Display" panose="020B0004020202020204" pitchFamily="34" charset="0"/>
              </a:rPr>
              <a:t>DeBERTa</a:t>
            </a:r>
            <a:r>
              <a:rPr lang="en-US" sz="2800" dirty="0">
                <a:latin typeface="Aptos Display" panose="020B0004020202020204" pitchFamily="34" charset="0"/>
              </a:rPr>
              <a:t>: only slight improvement, not a dramatic jump</a:t>
            </a:r>
          </a:p>
        </p:txBody>
      </p:sp>
    </p:spTree>
    <p:extLst>
      <p:ext uri="{BB962C8B-B14F-4D97-AF65-F5344CB8AC3E}">
        <p14:creationId xmlns:p14="http://schemas.microsoft.com/office/powerpoint/2010/main" val="7175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2866-F0DE-AE10-0A52-AC5A4FC7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36"/>
            <a:ext cx="10515600" cy="1325563"/>
          </a:xfrm>
        </p:spPr>
        <p:txBody>
          <a:bodyPr/>
          <a:lstStyle/>
          <a:p>
            <a:r>
              <a:rPr lang="en-GB" b="1" dirty="0">
                <a:latin typeface="Aptos Display" panose="020B0004020202020204" pitchFamily="34" charset="0"/>
              </a:rPr>
              <a:t>CONCLUSION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AAB7-F23E-F603-9F9E-1BC7E8C65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9861884" cy="2868923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ptos Display" panose="020B0004020202020204" pitchFamily="34" charset="0"/>
              </a:rPr>
              <a:t>Best-performing model -</a:t>
            </a:r>
            <a:r>
              <a:rPr lang="en-US" sz="3000" b="1" dirty="0">
                <a:latin typeface="Aptos Display" panose="020B0004020202020204" pitchFamily="34" charset="0"/>
              </a:rPr>
              <a:t>DeBERTa-v3-large</a:t>
            </a:r>
            <a:r>
              <a:rPr lang="en-US" sz="3000" dirty="0">
                <a:latin typeface="Aptos Display" panose="020B0004020202020204" pitchFamily="34" charset="0"/>
              </a:rPr>
              <a:t>.</a:t>
            </a:r>
          </a:p>
          <a:p>
            <a:r>
              <a:rPr lang="en-US" sz="3000" dirty="0">
                <a:latin typeface="Aptos Display" panose="020B0004020202020204" pitchFamily="34" charset="0"/>
              </a:rPr>
              <a:t>Weighted loss helped reduce imbalance effects but not fully.</a:t>
            </a:r>
          </a:p>
          <a:p>
            <a:r>
              <a:rPr lang="en-US" sz="3000" dirty="0">
                <a:latin typeface="Aptos Display" panose="020B0004020202020204" pitchFamily="34" charset="0"/>
              </a:rPr>
              <a:t>Class imbalance remains the biggest challenge.</a:t>
            </a:r>
          </a:p>
          <a:p>
            <a:r>
              <a:rPr lang="en-US" sz="3000" dirty="0">
                <a:latin typeface="Aptos Display" panose="020B0004020202020204" pitchFamily="34" charset="0"/>
              </a:rPr>
              <a:t>Misclassification mainly occurs between semantically overlapping labels.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B7E04-734F-4B3A-0AA8-EC4615FC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50958-EAEF-4714-9E60-C7FB47592CE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855</Words>
  <Application>Microsoft Office PowerPoint</Application>
  <PresentationFormat>Widescreen</PresentationFormat>
  <Paragraphs>151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Overview</vt:lpstr>
      <vt:lpstr>Motivation and Objectives</vt:lpstr>
      <vt:lpstr>Dataset  </vt:lpstr>
      <vt:lpstr>RoBERTa_Base</vt:lpstr>
      <vt:lpstr>Results</vt:lpstr>
      <vt:lpstr>Results</vt:lpstr>
      <vt:lpstr>Results</vt:lpstr>
      <vt:lpstr>DeBERTa_v3_Large</vt:lpstr>
      <vt:lpstr>Results</vt:lpstr>
      <vt:lpstr>Results</vt:lpstr>
      <vt:lpstr>Results</vt:lpstr>
      <vt:lpstr>BiLSTM</vt:lpstr>
      <vt:lpstr>Results</vt:lpstr>
      <vt:lpstr>Results</vt:lpstr>
      <vt:lpstr>Biggest confusion: Depression → Suicidal (814 cases, ~27%) Second biggest: Suicidal → Depression (477 cases, ~22%) Normal is sometimes misclassified as Stress or Suicidal sensitive to high-risk text but  struggles to cleanly separate depression from suicidal ideation.</vt:lpstr>
      <vt:lpstr>Results</vt:lpstr>
      <vt:lpstr>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DESINI, SAKETH</dc:creator>
  <cp:lastModifiedBy>DESINI, SAKETH</cp:lastModifiedBy>
  <cp:revision>63</cp:revision>
  <dcterms:created xsi:type="dcterms:W3CDTF">2025-11-16T16:22:20Z</dcterms:created>
  <dcterms:modified xsi:type="dcterms:W3CDTF">2025-11-18T19:40:34Z</dcterms:modified>
</cp:coreProperties>
</file>